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notesMasterIdLst>
    <p:notesMasterId r:id="rId3"/>
  </p:notesMasterIdLst>
  <p:sldIdLst>
    <p:sldId id="256" r:id="rId2"/>
  </p:sldIdLst>
  <p:sldSz cx="4114800" cy="21939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EA9A"/>
    <a:srgbClr val="FAC203"/>
    <a:srgbClr val="B2DF8A"/>
    <a:srgbClr val="33A12C"/>
    <a:srgbClr val="A6CEE3"/>
    <a:srgbClr val="1F78B4"/>
    <a:srgbClr val="F6BF0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3"/>
    <p:restoredTop sz="94356"/>
  </p:normalViewPr>
  <p:slideViewPr>
    <p:cSldViewPr snapToGrid="0">
      <p:cViewPr>
        <p:scale>
          <a:sx n="250" d="100"/>
          <a:sy n="250" d="100"/>
        </p:scale>
        <p:origin x="1888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A305DD-2C40-374F-AD67-CF1F157C186A}" type="datetimeFigureOut">
              <a:rPr lang="en-US" smtClean="0"/>
              <a:t>8/13/26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34988" y="1143000"/>
            <a:ext cx="57880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390667-05F0-F44C-B2DB-DF3715A6185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91426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82803" rtl="0" eaLnBrk="1" latinLnBrk="0" hangingPunct="1">
      <a:defRPr sz="634" kern="1200">
        <a:solidFill>
          <a:schemeClr val="tx1"/>
        </a:solidFill>
        <a:latin typeface="+mn-lt"/>
        <a:ea typeface="+mn-ea"/>
        <a:cs typeface="+mn-cs"/>
      </a:defRPr>
    </a:lvl1pPr>
    <a:lvl2pPr marL="241402" algn="l" defTabSz="482803" rtl="0" eaLnBrk="1" latinLnBrk="0" hangingPunct="1">
      <a:defRPr sz="634" kern="1200">
        <a:solidFill>
          <a:schemeClr val="tx1"/>
        </a:solidFill>
        <a:latin typeface="+mn-lt"/>
        <a:ea typeface="+mn-ea"/>
        <a:cs typeface="+mn-cs"/>
      </a:defRPr>
    </a:lvl2pPr>
    <a:lvl3pPr marL="482803" algn="l" defTabSz="482803" rtl="0" eaLnBrk="1" latinLnBrk="0" hangingPunct="1">
      <a:defRPr sz="634" kern="1200">
        <a:solidFill>
          <a:schemeClr val="tx1"/>
        </a:solidFill>
        <a:latin typeface="+mn-lt"/>
        <a:ea typeface="+mn-ea"/>
        <a:cs typeface="+mn-cs"/>
      </a:defRPr>
    </a:lvl3pPr>
    <a:lvl4pPr marL="724205" algn="l" defTabSz="482803" rtl="0" eaLnBrk="1" latinLnBrk="0" hangingPunct="1">
      <a:defRPr sz="634" kern="1200">
        <a:solidFill>
          <a:schemeClr val="tx1"/>
        </a:solidFill>
        <a:latin typeface="+mn-lt"/>
        <a:ea typeface="+mn-ea"/>
        <a:cs typeface="+mn-cs"/>
      </a:defRPr>
    </a:lvl4pPr>
    <a:lvl5pPr marL="965606" algn="l" defTabSz="482803" rtl="0" eaLnBrk="1" latinLnBrk="0" hangingPunct="1">
      <a:defRPr sz="634" kern="1200">
        <a:solidFill>
          <a:schemeClr val="tx1"/>
        </a:solidFill>
        <a:latin typeface="+mn-lt"/>
        <a:ea typeface="+mn-ea"/>
        <a:cs typeface="+mn-cs"/>
      </a:defRPr>
    </a:lvl5pPr>
    <a:lvl6pPr marL="1207008" algn="l" defTabSz="482803" rtl="0" eaLnBrk="1" latinLnBrk="0" hangingPunct="1">
      <a:defRPr sz="634" kern="1200">
        <a:solidFill>
          <a:schemeClr val="tx1"/>
        </a:solidFill>
        <a:latin typeface="+mn-lt"/>
        <a:ea typeface="+mn-ea"/>
        <a:cs typeface="+mn-cs"/>
      </a:defRPr>
    </a:lvl6pPr>
    <a:lvl7pPr marL="1448410" algn="l" defTabSz="482803" rtl="0" eaLnBrk="1" latinLnBrk="0" hangingPunct="1">
      <a:defRPr sz="634" kern="1200">
        <a:solidFill>
          <a:schemeClr val="tx1"/>
        </a:solidFill>
        <a:latin typeface="+mn-lt"/>
        <a:ea typeface="+mn-ea"/>
        <a:cs typeface="+mn-cs"/>
      </a:defRPr>
    </a:lvl7pPr>
    <a:lvl8pPr marL="1689811" algn="l" defTabSz="482803" rtl="0" eaLnBrk="1" latinLnBrk="0" hangingPunct="1">
      <a:defRPr sz="634" kern="1200">
        <a:solidFill>
          <a:schemeClr val="tx1"/>
        </a:solidFill>
        <a:latin typeface="+mn-lt"/>
        <a:ea typeface="+mn-ea"/>
        <a:cs typeface="+mn-cs"/>
      </a:defRPr>
    </a:lvl8pPr>
    <a:lvl9pPr marL="1931213" algn="l" defTabSz="482803" rtl="0" eaLnBrk="1" latinLnBrk="0" hangingPunct="1">
      <a:defRPr sz="634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534988" y="1143000"/>
            <a:ext cx="5788025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B390667-05F0-F44C-B2DB-DF3715A6185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24556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359052"/>
            <a:ext cx="3086100" cy="763811"/>
          </a:xfrm>
        </p:spPr>
        <p:txBody>
          <a:bodyPr anchor="b"/>
          <a:lstStyle>
            <a:lvl1pPr algn="ctr">
              <a:defRPr sz="191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14350" y="1152318"/>
            <a:ext cx="3086100" cy="529691"/>
          </a:xfrm>
        </p:spPr>
        <p:txBody>
          <a:bodyPr/>
          <a:lstStyle>
            <a:lvl1pPr marL="0" indent="0" algn="ctr">
              <a:buNone/>
              <a:defRPr sz="768"/>
            </a:lvl1pPr>
            <a:lvl2pPr marL="146258" indent="0" algn="ctr">
              <a:buNone/>
              <a:defRPr sz="640"/>
            </a:lvl2pPr>
            <a:lvl3pPr marL="292517" indent="0" algn="ctr">
              <a:buNone/>
              <a:defRPr sz="576"/>
            </a:lvl3pPr>
            <a:lvl4pPr marL="438775" indent="0" algn="ctr">
              <a:buNone/>
              <a:defRPr sz="512"/>
            </a:lvl4pPr>
            <a:lvl5pPr marL="585033" indent="0" algn="ctr">
              <a:buNone/>
              <a:defRPr sz="512"/>
            </a:lvl5pPr>
            <a:lvl6pPr marL="731291" indent="0" algn="ctr">
              <a:buNone/>
              <a:defRPr sz="512"/>
            </a:lvl6pPr>
            <a:lvl7pPr marL="877550" indent="0" algn="ctr">
              <a:buNone/>
              <a:defRPr sz="512"/>
            </a:lvl7pPr>
            <a:lvl8pPr marL="1023808" indent="0" algn="ctr">
              <a:buNone/>
              <a:defRPr sz="512"/>
            </a:lvl8pPr>
            <a:lvl9pPr marL="1170066" indent="0" algn="ctr">
              <a:buNone/>
              <a:defRPr sz="512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25604-C4EE-BD48-B02F-72FA683510B1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9B0ECF-F9FC-BC49-8590-BB96EAAF60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1538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25604-C4EE-BD48-B02F-72FA683510B1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9B0ECF-F9FC-BC49-8590-BB96EAAF60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2054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0749" y="546958"/>
            <a:ext cx="3549015" cy="912612"/>
          </a:xfrm>
        </p:spPr>
        <p:txBody>
          <a:bodyPr anchor="b"/>
          <a:lstStyle>
            <a:lvl1pPr>
              <a:defRPr sz="191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0749" y="1468203"/>
            <a:ext cx="3549015" cy="479921"/>
          </a:xfrm>
        </p:spPr>
        <p:txBody>
          <a:bodyPr/>
          <a:lstStyle>
            <a:lvl1pPr marL="0" indent="0">
              <a:buNone/>
              <a:defRPr sz="768">
                <a:solidFill>
                  <a:schemeClr val="tx1">
                    <a:tint val="82000"/>
                  </a:schemeClr>
                </a:solidFill>
              </a:defRPr>
            </a:lvl1pPr>
            <a:lvl2pPr marL="146258" indent="0">
              <a:buNone/>
              <a:defRPr sz="640">
                <a:solidFill>
                  <a:schemeClr val="tx1">
                    <a:tint val="82000"/>
                  </a:schemeClr>
                </a:solidFill>
              </a:defRPr>
            </a:lvl2pPr>
            <a:lvl3pPr marL="292517" indent="0">
              <a:buNone/>
              <a:defRPr sz="576">
                <a:solidFill>
                  <a:schemeClr val="tx1">
                    <a:tint val="82000"/>
                  </a:schemeClr>
                </a:solidFill>
              </a:defRPr>
            </a:lvl3pPr>
            <a:lvl4pPr marL="438775" indent="0">
              <a:buNone/>
              <a:defRPr sz="512">
                <a:solidFill>
                  <a:schemeClr val="tx1">
                    <a:tint val="82000"/>
                  </a:schemeClr>
                </a:solidFill>
              </a:defRPr>
            </a:lvl4pPr>
            <a:lvl5pPr marL="585033" indent="0">
              <a:buNone/>
              <a:defRPr sz="512">
                <a:solidFill>
                  <a:schemeClr val="tx1">
                    <a:tint val="82000"/>
                  </a:schemeClr>
                </a:solidFill>
              </a:defRPr>
            </a:lvl5pPr>
            <a:lvl6pPr marL="731291" indent="0">
              <a:buNone/>
              <a:defRPr sz="512">
                <a:solidFill>
                  <a:schemeClr val="tx1">
                    <a:tint val="82000"/>
                  </a:schemeClr>
                </a:solidFill>
              </a:defRPr>
            </a:lvl6pPr>
            <a:lvl7pPr marL="877550" indent="0">
              <a:buNone/>
              <a:defRPr sz="512">
                <a:solidFill>
                  <a:schemeClr val="tx1">
                    <a:tint val="82000"/>
                  </a:schemeClr>
                </a:solidFill>
              </a:defRPr>
            </a:lvl7pPr>
            <a:lvl8pPr marL="1023808" indent="0">
              <a:buNone/>
              <a:defRPr sz="512">
                <a:solidFill>
                  <a:schemeClr val="tx1">
                    <a:tint val="82000"/>
                  </a:schemeClr>
                </a:solidFill>
              </a:defRPr>
            </a:lvl8pPr>
            <a:lvl9pPr marL="1170066" indent="0">
              <a:buNone/>
              <a:defRPr sz="51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25604-C4EE-BD48-B02F-72FA683510B1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9B0ECF-F9FC-BC49-8590-BB96EAAF60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1950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82893" y="584031"/>
            <a:ext cx="1748790" cy="13920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83118" y="584031"/>
            <a:ext cx="1748790" cy="13920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25604-C4EE-BD48-B02F-72FA683510B1}" type="datetimeFigureOut">
              <a:rPr lang="en-US" smtClean="0"/>
              <a:t>8/13/26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9B0ECF-F9FC-BC49-8590-BB96EAAF60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958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3428" y="116807"/>
            <a:ext cx="3549015" cy="4240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3429" y="537816"/>
            <a:ext cx="1740753" cy="263576"/>
          </a:xfrm>
        </p:spPr>
        <p:txBody>
          <a:bodyPr anchor="b"/>
          <a:lstStyle>
            <a:lvl1pPr marL="0" indent="0">
              <a:buNone/>
              <a:defRPr sz="768" b="1"/>
            </a:lvl1pPr>
            <a:lvl2pPr marL="146258" indent="0">
              <a:buNone/>
              <a:defRPr sz="640" b="1"/>
            </a:lvl2pPr>
            <a:lvl3pPr marL="292517" indent="0">
              <a:buNone/>
              <a:defRPr sz="576" b="1"/>
            </a:lvl3pPr>
            <a:lvl4pPr marL="438775" indent="0">
              <a:buNone/>
              <a:defRPr sz="512" b="1"/>
            </a:lvl4pPr>
            <a:lvl5pPr marL="585033" indent="0">
              <a:buNone/>
              <a:defRPr sz="512" b="1"/>
            </a:lvl5pPr>
            <a:lvl6pPr marL="731291" indent="0">
              <a:buNone/>
              <a:defRPr sz="512" b="1"/>
            </a:lvl6pPr>
            <a:lvl7pPr marL="877550" indent="0">
              <a:buNone/>
              <a:defRPr sz="512" b="1"/>
            </a:lvl7pPr>
            <a:lvl8pPr marL="1023808" indent="0">
              <a:buNone/>
              <a:defRPr sz="512" b="1"/>
            </a:lvl8pPr>
            <a:lvl9pPr marL="1170066" indent="0">
              <a:buNone/>
              <a:defRPr sz="51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83429" y="801392"/>
            <a:ext cx="1740753" cy="117872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083117" y="537816"/>
            <a:ext cx="1749326" cy="263576"/>
          </a:xfrm>
        </p:spPr>
        <p:txBody>
          <a:bodyPr anchor="b"/>
          <a:lstStyle>
            <a:lvl1pPr marL="0" indent="0">
              <a:buNone/>
              <a:defRPr sz="768" b="1"/>
            </a:lvl1pPr>
            <a:lvl2pPr marL="146258" indent="0">
              <a:buNone/>
              <a:defRPr sz="640" b="1"/>
            </a:lvl2pPr>
            <a:lvl3pPr marL="292517" indent="0">
              <a:buNone/>
              <a:defRPr sz="576" b="1"/>
            </a:lvl3pPr>
            <a:lvl4pPr marL="438775" indent="0">
              <a:buNone/>
              <a:defRPr sz="512" b="1"/>
            </a:lvl4pPr>
            <a:lvl5pPr marL="585033" indent="0">
              <a:buNone/>
              <a:defRPr sz="512" b="1"/>
            </a:lvl5pPr>
            <a:lvl6pPr marL="731291" indent="0">
              <a:buNone/>
              <a:defRPr sz="512" b="1"/>
            </a:lvl6pPr>
            <a:lvl7pPr marL="877550" indent="0">
              <a:buNone/>
              <a:defRPr sz="512" b="1"/>
            </a:lvl7pPr>
            <a:lvl8pPr marL="1023808" indent="0">
              <a:buNone/>
              <a:defRPr sz="512" b="1"/>
            </a:lvl8pPr>
            <a:lvl9pPr marL="1170066" indent="0">
              <a:buNone/>
              <a:defRPr sz="51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083117" y="801392"/>
            <a:ext cx="1749326" cy="117872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25604-C4EE-BD48-B02F-72FA683510B1}" type="datetimeFigureOut">
              <a:rPr lang="en-US" smtClean="0"/>
              <a:t>8/13/26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9B0ECF-F9FC-BC49-8590-BB96EAAF60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83276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25604-C4EE-BD48-B02F-72FA683510B1}" type="datetimeFigureOut">
              <a:rPr lang="en-US" smtClean="0"/>
              <a:t>8/13/26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9B0ECF-F9FC-BC49-8590-BB96EAAF60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65577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25604-C4EE-BD48-B02F-72FA683510B1}" type="datetimeFigureOut">
              <a:rPr lang="en-US" smtClean="0"/>
              <a:t>8/13/26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9B0ECF-F9FC-BC49-8590-BB96EAAF60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64887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3429" y="146262"/>
            <a:ext cx="1327130" cy="511916"/>
          </a:xfrm>
        </p:spPr>
        <p:txBody>
          <a:bodyPr anchor="b"/>
          <a:lstStyle>
            <a:lvl1pPr>
              <a:defRPr sz="102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49326" y="315885"/>
            <a:ext cx="2083118" cy="1559109"/>
          </a:xfrm>
        </p:spPr>
        <p:txBody>
          <a:bodyPr/>
          <a:lstStyle>
            <a:lvl1pPr>
              <a:defRPr sz="1024"/>
            </a:lvl1pPr>
            <a:lvl2pPr>
              <a:defRPr sz="896"/>
            </a:lvl2pPr>
            <a:lvl3pPr>
              <a:defRPr sz="768"/>
            </a:lvl3pPr>
            <a:lvl4pPr>
              <a:defRPr sz="640"/>
            </a:lvl4pPr>
            <a:lvl5pPr>
              <a:defRPr sz="640"/>
            </a:lvl5pPr>
            <a:lvl6pPr>
              <a:defRPr sz="640"/>
            </a:lvl6pPr>
            <a:lvl7pPr>
              <a:defRPr sz="640"/>
            </a:lvl7pPr>
            <a:lvl8pPr>
              <a:defRPr sz="640"/>
            </a:lvl8pPr>
            <a:lvl9pPr>
              <a:defRPr sz="64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83429" y="658178"/>
            <a:ext cx="1327130" cy="1219355"/>
          </a:xfrm>
        </p:spPr>
        <p:txBody>
          <a:bodyPr/>
          <a:lstStyle>
            <a:lvl1pPr marL="0" indent="0">
              <a:buNone/>
              <a:defRPr sz="512"/>
            </a:lvl1pPr>
            <a:lvl2pPr marL="146258" indent="0">
              <a:buNone/>
              <a:defRPr sz="448"/>
            </a:lvl2pPr>
            <a:lvl3pPr marL="292517" indent="0">
              <a:buNone/>
              <a:defRPr sz="384"/>
            </a:lvl3pPr>
            <a:lvl4pPr marL="438775" indent="0">
              <a:buNone/>
              <a:defRPr sz="320"/>
            </a:lvl4pPr>
            <a:lvl5pPr marL="585033" indent="0">
              <a:buNone/>
              <a:defRPr sz="320"/>
            </a:lvl5pPr>
            <a:lvl6pPr marL="731291" indent="0">
              <a:buNone/>
              <a:defRPr sz="320"/>
            </a:lvl6pPr>
            <a:lvl7pPr marL="877550" indent="0">
              <a:buNone/>
              <a:defRPr sz="320"/>
            </a:lvl7pPr>
            <a:lvl8pPr marL="1023808" indent="0">
              <a:buNone/>
              <a:defRPr sz="320"/>
            </a:lvl8pPr>
            <a:lvl9pPr marL="1170066" indent="0">
              <a:buNone/>
              <a:defRPr sz="32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25604-C4EE-BD48-B02F-72FA683510B1}" type="datetimeFigureOut">
              <a:rPr lang="en-US" smtClean="0"/>
              <a:t>8/13/26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9B0ECF-F9FC-BC49-8590-BB96EAAF60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59948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3429" y="146262"/>
            <a:ext cx="1327130" cy="511916"/>
          </a:xfrm>
        </p:spPr>
        <p:txBody>
          <a:bodyPr anchor="b"/>
          <a:lstStyle>
            <a:lvl1pPr>
              <a:defRPr sz="102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749326" y="315885"/>
            <a:ext cx="2083118" cy="1559109"/>
          </a:xfrm>
        </p:spPr>
        <p:txBody>
          <a:bodyPr anchor="t"/>
          <a:lstStyle>
            <a:lvl1pPr marL="0" indent="0">
              <a:buNone/>
              <a:defRPr sz="1024"/>
            </a:lvl1pPr>
            <a:lvl2pPr marL="146258" indent="0">
              <a:buNone/>
              <a:defRPr sz="896"/>
            </a:lvl2pPr>
            <a:lvl3pPr marL="292517" indent="0">
              <a:buNone/>
              <a:defRPr sz="768"/>
            </a:lvl3pPr>
            <a:lvl4pPr marL="438775" indent="0">
              <a:buNone/>
              <a:defRPr sz="640"/>
            </a:lvl4pPr>
            <a:lvl5pPr marL="585033" indent="0">
              <a:buNone/>
              <a:defRPr sz="640"/>
            </a:lvl5pPr>
            <a:lvl6pPr marL="731291" indent="0">
              <a:buNone/>
              <a:defRPr sz="640"/>
            </a:lvl6pPr>
            <a:lvl7pPr marL="877550" indent="0">
              <a:buNone/>
              <a:defRPr sz="640"/>
            </a:lvl7pPr>
            <a:lvl8pPr marL="1023808" indent="0">
              <a:buNone/>
              <a:defRPr sz="640"/>
            </a:lvl8pPr>
            <a:lvl9pPr marL="1170066" indent="0">
              <a:buNone/>
              <a:defRPr sz="64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83429" y="658178"/>
            <a:ext cx="1327130" cy="1219355"/>
          </a:xfrm>
        </p:spPr>
        <p:txBody>
          <a:bodyPr/>
          <a:lstStyle>
            <a:lvl1pPr marL="0" indent="0">
              <a:buNone/>
              <a:defRPr sz="512"/>
            </a:lvl1pPr>
            <a:lvl2pPr marL="146258" indent="0">
              <a:buNone/>
              <a:defRPr sz="448"/>
            </a:lvl2pPr>
            <a:lvl3pPr marL="292517" indent="0">
              <a:buNone/>
              <a:defRPr sz="384"/>
            </a:lvl3pPr>
            <a:lvl4pPr marL="438775" indent="0">
              <a:buNone/>
              <a:defRPr sz="320"/>
            </a:lvl4pPr>
            <a:lvl5pPr marL="585033" indent="0">
              <a:buNone/>
              <a:defRPr sz="320"/>
            </a:lvl5pPr>
            <a:lvl6pPr marL="731291" indent="0">
              <a:buNone/>
              <a:defRPr sz="320"/>
            </a:lvl6pPr>
            <a:lvl7pPr marL="877550" indent="0">
              <a:buNone/>
              <a:defRPr sz="320"/>
            </a:lvl7pPr>
            <a:lvl8pPr marL="1023808" indent="0">
              <a:buNone/>
              <a:defRPr sz="320"/>
            </a:lvl8pPr>
            <a:lvl9pPr marL="1170066" indent="0">
              <a:buNone/>
              <a:defRPr sz="32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25604-C4EE-BD48-B02F-72FA683510B1}" type="datetimeFigureOut">
              <a:rPr lang="en-US" smtClean="0"/>
              <a:t>8/13/26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9B0ECF-F9FC-BC49-8590-BB96EAAF60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9646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25604-C4EE-BD48-B02F-72FA683510B1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9B0ECF-F9FC-BC49-8590-BB96EAAF60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4808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944654" y="116806"/>
            <a:ext cx="887254" cy="185925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82893" y="116806"/>
            <a:ext cx="2610326" cy="18592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725604-C4EE-BD48-B02F-72FA683510B1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9B0ECF-F9FC-BC49-8590-BB96EAAF60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79358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2893" y="116807"/>
            <a:ext cx="3549015" cy="42405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82893" y="584031"/>
            <a:ext cx="3549015" cy="13920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82893" y="2033444"/>
            <a:ext cx="925830" cy="11680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8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725604-C4EE-BD48-B02F-72FA683510B1}" type="datetimeFigureOut">
              <a:rPr lang="en-US" smtClean="0"/>
              <a:t>8/13/26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363028" y="2033444"/>
            <a:ext cx="1388745" cy="11680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8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906078" y="2033444"/>
            <a:ext cx="925830" cy="11680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8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E9B0ECF-F9FC-BC49-8590-BB96EAAF605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19895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292517" rtl="0" eaLnBrk="1" latinLnBrk="0" hangingPunct="1">
        <a:lnSpc>
          <a:spcPct val="90000"/>
        </a:lnSpc>
        <a:spcBef>
          <a:spcPct val="0"/>
        </a:spcBef>
        <a:buNone/>
        <a:defRPr sz="140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3129" indent="-73129" algn="l" defTabSz="292517" rtl="0" eaLnBrk="1" latinLnBrk="0" hangingPunct="1">
        <a:lnSpc>
          <a:spcPct val="90000"/>
        </a:lnSpc>
        <a:spcBef>
          <a:spcPts val="320"/>
        </a:spcBef>
        <a:buFont typeface="Arial" panose="020B0604020202020204" pitchFamily="34" charset="0"/>
        <a:buChar char="•"/>
        <a:defRPr sz="896" kern="1200">
          <a:solidFill>
            <a:schemeClr val="tx1"/>
          </a:solidFill>
          <a:latin typeface="+mn-lt"/>
          <a:ea typeface="+mn-ea"/>
          <a:cs typeface="+mn-cs"/>
        </a:defRPr>
      </a:lvl1pPr>
      <a:lvl2pPr marL="219387" indent="-73129" algn="l" defTabSz="292517" rtl="0" eaLnBrk="1" latinLnBrk="0" hangingPunct="1">
        <a:lnSpc>
          <a:spcPct val="90000"/>
        </a:lnSpc>
        <a:spcBef>
          <a:spcPts val="160"/>
        </a:spcBef>
        <a:buFont typeface="Arial" panose="020B0604020202020204" pitchFamily="34" charset="0"/>
        <a:buChar char="•"/>
        <a:defRPr sz="768" kern="1200">
          <a:solidFill>
            <a:schemeClr val="tx1"/>
          </a:solidFill>
          <a:latin typeface="+mn-lt"/>
          <a:ea typeface="+mn-ea"/>
          <a:cs typeface="+mn-cs"/>
        </a:defRPr>
      </a:lvl2pPr>
      <a:lvl3pPr marL="365646" indent="-73129" algn="l" defTabSz="292517" rtl="0" eaLnBrk="1" latinLnBrk="0" hangingPunct="1">
        <a:lnSpc>
          <a:spcPct val="90000"/>
        </a:lnSpc>
        <a:spcBef>
          <a:spcPts val="160"/>
        </a:spcBef>
        <a:buFont typeface="Arial" panose="020B0604020202020204" pitchFamily="34" charset="0"/>
        <a:buChar char="•"/>
        <a:defRPr sz="640" kern="1200">
          <a:solidFill>
            <a:schemeClr val="tx1"/>
          </a:solidFill>
          <a:latin typeface="+mn-lt"/>
          <a:ea typeface="+mn-ea"/>
          <a:cs typeface="+mn-cs"/>
        </a:defRPr>
      </a:lvl3pPr>
      <a:lvl4pPr marL="511904" indent="-73129" algn="l" defTabSz="292517" rtl="0" eaLnBrk="1" latinLnBrk="0" hangingPunct="1">
        <a:lnSpc>
          <a:spcPct val="90000"/>
        </a:lnSpc>
        <a:spcBef>
          <a:spcPts val="160"/>
        </a:spcBef>
        <a:buFont typeface="Arial" panose="020B0604020202020204" pitchFamily="34" charset="0"/>
        <a:buChar char="•"/>
        <a:defRPr sz="576" kern="1200">
          <a:solidFill>
            <a:schemeClr val="tx1"/>
          </a:solidFill>
          <a:latin typeface="+mn-lt"/>
          <a:ea typeface="+mn-ea"/>
          <a:cs typeface="+mn-cs"/>
        </a:defRPr>
      </a:lvl4pPr>
      <a:lvl5pPr marL="658162" indent="-73129" algn="l" defTabSz="292517" rtl="0" eaLnBrk="1" latinLnBrk="0" hangingPunct="1">
        <a:lnSpc>
          <a:spcPct val="90000"/>
        </a:lnSpc>
        <a:spcBef>
          <a:spcPts val="160"/>
        </a:spcBef>
        <a:buFont typeface="Arial" panose="020B0604020202020204" pitchFamily="34" charset="0"/>
        <a:buChar char="•"/>
        <a:defRPr sz="576" kern="1200">
          <a:solidFill>
            <a:schemeClr val="tx1"/>
          </a:solidFill>
          <a:latin typeface="+mn-lt"/>
          <a:ea typeface="+mn-ea"/>
          <a:cs typeface="+mn-cs"/>
        </a:defRPr>
      </a:lvl5pPr>
      <a:lvl6pPr marL="804421" indent="-73129" algn="l" defTabSz="292517" rtl="0" eaLnBrk="1" latinLnBrk="0" hangingPunct="1">
        <a:lnSpc>
          <a:spcPct val="90000"/>
        </a:lnSpc>
        <a:spcBef>
          <a:spcPts val="160"/>
        </a:spcBef>
        <a:buFont typeface="Arial" panose="020B0604020202020204" pitchFamily="34" charset="0"/>
        <a:buChar char="•"/>
        <a:defRPr sz="576" kern="1200">
          <a:solidFill>
            <a:schemeClr val="tx1"/>
          </a:solidFill>
          <a:latin typeface="+mn-lt"/>
          <a:ea typeface="+mn-ea"/>
          <a:cs typeface="+mn-cs"/>
        </a:defRPr>
      </a:lvl6pPr>
      <a:lvl7pPr marL="950679" indent="-73129" algn="l" defTabSz="292517" rtl="0" eaLnBrk="1" latinLnBrk="0" hangingPunct="1">
        <a:lnSpc>
          <a:spcPct val="90000"/>
        </a:lnSpc>
        <a:spcBef>
          <a:spcPts val="160"/>
        </a:spcBef>
        <a:buFont typeface="Arial" panose="020B0604020202020204" pitchFamily="34" charset="0"/>
        <a:buChar char="•"/>
        <a:defRPr sz="576" kern="1200">
          <a:solidFill>
            <a:schemeClr val="tx1"/>
          </a:solidFill>
          <a:latin typeface="+mn-lt"/>
          <a:ea typeface="+mn-ea"/>
          <a:cs typeface="+mn-cs"/>
        </a:defRPr>
      </a:lvl7pPr>
      <a:lvl8pPr marL="1096937" indent="-73129" algn="l" defTabSz="292517" rtl="0" eaLnBrk="1" latinLnBrk="0" hangingPunct="1">
        <a:lnSpc>
          <a:spcPct val="90000"/>
        </a:lnSpc>
        <a:spcBef>
          <a:spcPts val="160"/>
        </a:spcBef>
        <a:buFont typeface="Arial" panose="020B0604020202020204" pitchFamily="34" charset="0"/>
        <a:buChar char="•"/>
        <a:defRPr sz="576" kern="1200">
          <a:solidFill>
            <a:schemeClr val="tx1"/>
          </a:solidFill>
          <a:latin typeface="+mn-lt"/>
          <a:ea typeface="+mn-ea"/>
          <a:cs typeface="+mn-cs"/>
        </a:defRPr>
      </a:lvl8pPr>
      <a:lvl9pPr marL="1243195" indent="-73129" algn="l" defTabSz="292517" rtl="0" eaLnBrk="1" latinLnBrk="0" hangingPunct="1">
        <a:lnSpc>
          <a:spcPct val="90000"/>
        </a:lnSpc>
        <a:spcBef>
          <a:spcPts val="160"/>
        </a:spcBef>
        <a:buFont typeface="Arial" panose="020B0604020202020204" pitchFamily="34" charset="0"/>
        <a:buChar char="•"/>
        <a:defRPr sz="57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92517" rtl="0" eaLnBrk="1" latinLnBrk="0" hangingPunct="1">
        <a:defRPr sz="576" kern="1200">
          <a:solidFill>
            <a:schemeClr val="tx1"/>
          </a:solidFill>
          <a:latin typeface="+mn-lt"/>
          <a:ea typeface="+mn-ea"/>
          <a:cs typeface="+mn-cs"/>
        </a:defRPr>
      </a:lvl1pPr>
      <a:lvl2pPr marL="146258" algn="l" defTabSz="292517" rtl="0" eaLnBrk="1" latinLnBrk="0" hangingPunct="1">
        <a:defRPr sz="576" kern="1200">
          <a:solidFill>
            <a:schemeClr val="tx1"/>
          </a:solidFill>
          <a:latin typeface="+mn-lt"/>
          <a:ea typeface="+mn-ea"/>
          <a:cs typeface="+mn-cs"/>
        </a:defRPr>
      </a:lvl2pPr>
      <a:lvl3pPr marL="292517" algn="l" defTabSz="292517" rtl="0" eaLnBrk="1" latinLnBrk="0" hangingPunct="1">
        <a:defRPr sz="576" kern="1200">
          <a:solidFill>
            <a:schemeClr val="tx1"/>
          </a:solidFill>
          <a:latin typeface="+mn-lt"/>
          <a:ea typeface="+mn-ea"/>
          <a:cs typeface="+mn-cs"/>
        </a:defRPr>
      </a:lvl3pPr>
      <a:lvl4pPr marL="438775" algn="l" defTabSz="292517" rtl="0" eaLnBrk="1" latinLnBrk="0" hangingPunct="1">
        <a:defRPr sz="576" kern="1200">
          <a:solidFill>
            <a:schemeClr val="tx1"/>
          </a:solidFill>
          <a:latin typeface="+mn-lt"/>
          <a:ea typeface="+mn-ea"/>
          <a:cs typeface="+mn-cs"/>
        </a:defRPr>
      </a:lvl4pPr>
      <a:lvl5pPr marL="585033" algn="l" defTabSz="292517" rtl="0" eaLnBrk="1" latinLnBrk="0" hangingPunct="1">
        <a:defRPr sz="576" kern="1200">
          <a:solidFill>
            <a:schemeClr val="tx1"/>
          </a:solidFill>
          <a:latin typeface="+mn-lt"/>
          <a:ea typeface="+mn-ea"/>
          <a:cs typeface="+mn-cs"/>
        </a:defRPr>
      </a:lvl5pPr>
      <a:lvl6pPr marL="731291" algn="l" defTabSz="292517" rtl="0" eaLnBrk="1" latinLnBrk="0" hangingPunct="1">
        <a:defRPr sz="576" kern="1200">
          <a:solidFill>
            <a:schemeClr val="tx1"/>
          </a:solidFill>
          <a:latin typeface="+mn-lt"/>
          <a:ea typeface="+mn-ea"/>
          <a:cs typeface="+mn-cs"/>
        </a:defRPr>
      </a:lvl6pPr>
      <a:lvl7pPr marL="877550" algn="l" defTabSz="292517" rtl="0" eaLnBrk="1" latinLnBrk="0" hangingPunct="1">
        <a:defRPr sz="576" kern="1200">
          <a:solidFill>
            <a:schemeClr val="tx1"/>
          </a:solidFill>
          <a:latin typeface="+mn-lt"/>
          <a:ea typeface="+mn-ea"/>
          <a:cs typeface="+mn-cs"/>
        </a:defRPr>
      </a:lvl7pPr>
      <a:lvl8pPr marL="1023808" algn="l" defTabSz="292517" rtl="0" eaLnBrk="1" latinLnBrk="0" hangingPunct="1">
        <a:defRPr sz="576" kern="1200">
          <a:solidFill>
            <a:schemeClr val="tx1"/>
          </a:solidFill>
          <a:latin typeface="+mn-lt"/>
          <a:ea typeface="+mn-ea"/>
          <a:cs typeface="+mn-cs"/>
        </a:defRPr>
      </a:lvl8pPr>
      <a:lvl9pPr marL="1170066" algn="l" defTabSz="292517" rtl="0" eaLnBrk="1" latinLnBrk="0" hangingPunct="1">
        <a:defRPr sz="57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emf"/><Relationship Id="rId3" Type="http://schemas.openxmlformats.org/officeDocument/2006/relationships/image" Target="../media/image1.emf"/><Relationship Id="rId7" Type="http://schemas.openxmlformats.org/officeDocument/2006/relationships/image" Target="../media/image5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emf"/><Relationship Id="rId5" Type="http://schemas.openxmlformats.org/officeDocument/2006/relationships/image" Target="../media/image3.emf"/><Relationship Id="rId4" Type="http://schemas.openxmlformats.org/officeDocument/2006/relationships/image" Target="../media/image2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EEF2855-6BEC-AD4A-5600-003B44FCFF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9153" y="1112077"/>
            <a:ext cx="1371600" cy="10922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7B6980C-BFE3-7635-67C8-86CB8ABEEA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69153" y="42055"/>
            <a:ext cx="1371600" cy="10922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BD34B50-0CD5-81D4-7217-AE12ECCAF1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0753" y="1108649"/>
            <a:ext cx="1371600" cy="10922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0453125-C1DB-9E25-172C-5530BE4BC3D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40753" y="38627"/>
            <a:ext cx="1371600" cy="1092200"/>
          </a:xfrm>
          <a:prstGeom prst="rect">
            <a:avLst/>
          </a:prstGeom>
        </p:spPr>
      </p:pic>
      <p:sp>
        <p:nvSpPr>
          <p:cNvPr id="23" name="Rectangle 22">
            <a:extLst>
              <a:ext uri="{FF2B5EF4-FFF2-40B4-BE49-F238E27FC236}">
                <a16:creationId xmlns:a16="http://schemas.microsoft.com/office/drawing/2014/main" id="{8248265A-C6C3-B2A4-52E8-65B402E1DB62}"/>
              </a:ext>
            </a:extLst>
          </p:cNvPr>
          <p:cNvSpPr/>
          <p:nvPr/>
        </p:nvSpPr>
        <p:spPr>
          <a:xfrm>
            <a:off x="1028831" y="783359"/>
            <a:ext cx="799540" cy="65574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7898FDD-2DF5-35EA-F2CF-216E19A661F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1775" y="1108649"/>
            <a:ext cx="1371600" cy="109220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7B3E974-9175-38B4-F03D-33B39B68DBA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-1775" y="38627"/>
            <a:ext cx="1371600" cy="1092200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C05645B8-1A56-BCDB-CA64-84249B820BD1}"/>
              </a:ext>
            </a:extLst>
          </p:cNvPr>
          <p:cNvSpPr txBox="1"/>
          <p:nvPr/>
        </p:nvSpPr>
        <p:spPr>
          <a:xfrm>
            <a:off x="799757" y="959973"/>
            <a:ext cx="150682" cy="92333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600" dirty="0">
                <a:latin typeface="Arial" panose="020B0604020202020204" pitchFamily="34" charset="0"/>
                <a:cs typeface="Arial" panose="020B0604020202020204" pitchFamily="34" charset="0"/>
              </a:rPr>
              <a:t>PC1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C6EE7EA-B102-E5D5-6267-B234C928CDAC}"/>
              </a:ext>
            </a:extLst>
          </p:cNvPr>
          <p:cNvSpPr txBox="1"/>
          <p:nvPr/>
        </p:nvSpPr>
        <p:spPr>
          <a:xfrm>
            <a:off x="2131525" y="959767"/>
            <a:ext cx="150682" cy="92333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600" dirty="0">
                <a:latin typeface="Arial" panose="020B0604020202020204" pitchFamily="34" charset="0"/>
                <a:cs typeface="Arial" panose="020B0604020202020204" pitchFamily="34" charset="0"/>
              </a:rPr>
              <a:t>PC1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7BC61D0-230E-AC15-94BE-25E90726D89C}"/>
              </a:ext>
            </a:extLst>
          </p:cNvPr>
          <p:cNvSpPr txBox="1"/>
          <p:nvPr/>
        </p:nvSpPr>
        <p:spPr>
          <a:xfrm>
            <a:off x="3502453" y="953211"/>
            <a:ext cx="150682" cy="92333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600" dirty="0">
                <a:latin typeface="Arial" panose="020B0604020202020204" pitchFamily="34" charset="0"/>
                <a:cs typeface="Arial" panose="020B0604020202020204" pitchFamily="34" charset="0"/>
              </a:rPr>
              <a:t>PC1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54620D7-5211-F9E5-478E-999A8F40AD40}"/>
              </a:ext>
            </a:extLst>
          </p:cNvPr>
          <p:cNvSpPr txBox="1"/>
          <p:nvPr/>
        </p:nvSpPr>
        <p:spPr>
          <a:xfrm>
            <a:off x="799757" y="2030890"/>
            <a:ext cx="150682" cy="92333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600" dirty="0">
                <a:latin typeface="Arial" panose="020B0604020202020204" pitchFamily="34" charset="0"/>
                <a:cs typeface="Arial" panose="020B0604020202020204" pitchFamily="34" charset="0"/>
              </a:rPr>
              <a:t>PC1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53EE3D9-6DC8-AC94-735E-31A8863AB2F7}"/>
              </a:ext>
            </a:extLst>
          </p:cNvPr>
          <p:cNvSpPr txBox="1"/>
          <p:nvPr/>
        </p:nvSpPr>
        <p:spPr>
          <a:xfrm>
            <a:off x="2131525" y="2030890"/>
            <a:ext cx="150682" cy="92333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600" dirty="0">
                <a:latin typeface="Arial" panose="020B0604020202020204" pitchFamily="34" charset="0"/>
                <a:cs typeface="Arial" panose="020B0604020202020204" pitchFamily="34" charset="0"/>
              </a:rPr>
              <a:t>PC1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B0ECD7D-2BEF-B554-E587-042D9A49EB6F}"/>
              </a:ext>
            </a:extLst>
          </p:cNvPr>
          <p:cNvSpPr txBox="1"/>
          <p:nvPr/>
        </p:nvSpPr>
        <p:spPr>
          <a:xfrm>
            <a:off x="3502453" y="2030890"/>
            <a:ext cx="150682" cy="92333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600" dirty="0">
                <a:latin typeface="Arial" panose="020B0604020202020204" pitchFamily="34" charset="0"/>
                <a:cs typeface="Arial" panose="020B0604020202020204" pitchFamily="34" charset="0"/>
              </a:rPr>
              <a:t>PC1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F2D2FDF-6ADE-86A6-2C26-B66F20C1FE9D}"/>
              </a:ext>
            </a:extLst>
          </p:cNvPr>
          <p:cNvSpPr txBox="1"/>
          <p:nvPr/>
        </p:nvSpPr>
        <p:spPr>
          <a:xfrm>
            <a:off x="554497" y="1389752"/>
            <a:ext cx="245260" cy="923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>
            <a:spAutoFit/>
          </a:bodyPr>
          <a:lstStyle/>
          <a:p>
            <a:r>
              <a:rPr lang="en-US" sz="600" b="1" dirty="0">
                <a:solidFill>
                  <a:srgbClr val="1F78B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ANTH</a:t>
            </a:r>
            <a:r>
              <a:rPr lang="en-US" sz="600" b="1" baseline="30000" dirty="0">
                <a:solidFill>
                  <a:srgbClr val="1F78B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+</a:t>
            </a:r>
            <a:endParaRPr lang="en-US" sz="600" b="1" dirty="0">
              <a:solidFill>
                <a:srgbClr val="1F78B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D3E7817-85E7-1FE5-459F-471E7B518DD7}"/>
              </a:ext>
            </a:extLst>
          </p:cNvPr>
          <p:cNvSpPr txBox="1"/>
          <p:nvPr/>
        </p:nvSpPr>
        <p:spPr>
          <a:xfrm>
            <a:off x="1857318" y="1444074"/>
            <a:ext cx="245260" cy="923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>
            <a:spAutoFit/>
          </a:bodyPr>
          <a:lstStyle/>
          <a:p>
            <a:r>
              <a:rPr lang="en-US" sz="600" b="1" dirty="0">
                <a:solidFill>
                  <a:srgbClr val="1F78B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ANTH</a:t>
            </a:r>
            <a:r>
              <a:rPr lang="en-US" sz="600" b="1" baseline="30000" dirty="0">
                <a:solidFill>
                  <a:srgbClr val="1F78B4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+</a:t>
            </a:r>
            <a:endParaRPr lang="en-US" sz="600" b="1" dirty="0">
              <a:solidFill>
                <a:srgbClr val="1F78B4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F6E0E1A-41DF-7D15-5719-9807A0A3C26F}"/>
              </a:ext>
            </a:extLst>
          </p:cNvPr>
          <p:cNvSpPr txBox="1"/>
          <p:nvPr/>
        </p:nvSpPr>
        <p:spPr>
          <a:xfrm>
            <a:off x="2282207" y="1300601"/>
            <a:ext cx="232436" cy="923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>
            <a:spAutoFit/>
          </a:bodyPr>
          <a:lstStyle/>
          <a:p>
            <a:r>
              <a:rPr lang="en-US" sz="600" b="1" dirty="0">
                <a:solidFill>
                  <a:srgbClr val="A6CEE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ANTH</a:t>
            </a:r>
            <a:r>
              <a:rPr lang="en-US" sz="600" b="1" baseline="30000" dirty="0">
                <a:solidFill>
                  <a:srgbClr val="A6CEE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endParaRPr lang="en-US" sz="600" b="1" dirty="0">
              <a:solidFill>
                <a:srgbClr val="A6CEE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3D71189-A9A3-DF66-8546-5B30170E953B}"/>
              </a:ext>
            </a:extLst>
          </p:cNvPr>
          <p:cNvSpPr txBox="1"/>
          <p:nvPr/>
        </p:nvSpPr>
        <p:spPr>
          <a:xfrm>
            <a:off x="1043578" y="1619673"/>
            <a:ext cx="232436" cy="923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>
            <a:spAutoFit/>
          </a:bodyPr>
          <a:lstStyle/>
          <a:p>
            <a:r>
              <a:rPr lang="en-US" sz="600" b="1" dirty="0">
                <a:solidFill>
                  <a:srgbClr val="A6CEE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ANTH</a:t>
            </a:r>
            <a:r>
              <a:rPr lang="en-US" sz="600" b="1" baseline="30000" dirty="0">
                <a:solidFill>
                  <a:srgbClr val="A6CEE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endParaRPr lang="en-US" sz="600" b="1" dirty="0">
              <a:solidFill>
                <a:srgbClr val="A6CEE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D022F5B-7C44-AC13-B88D-7D9ED20B9605}"/>
              </a:ext>
            </a:extLst>
          </p:cNvPr>
          <p:cNvSpPr txBox="1"/>
          <p:nvPr/>
        </p:nvSpPr>
        <p:spPr>
          <a:xfrm>
            <a:off x="3194589" y="1351741"/>
            <a:ext cx="137858" cy="923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>
            <a:spAutoFit/>
          </a:bodyPr>
          <a:lstStyle/>
          <a:p>
            <a:r>
              <a:rPr lang="en-US" sz="600" b="1" dirty="0">
                <a:solidFill>
                  <a:srgbClr val="33A12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BP</a:t>
            </a:r>
            <a:r>
              <a:rPr lang="en-US" sz="600" b="1" baseline="30000" dirty="0">
                <a:solidFill>
                  <a:srgbClr val="33A12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+</a:t>
            </a:r>
            <a:endParaRPr lang="en-US" sz="600" b="1" dirty="0">
              <a:solidFill>
                <a:srgbClr val="33A12C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6D347B3-E121-8323-E565-05C63FF65668}"/>
              </a:ext>
            </a:extLst>
          </p:cNvPr>
          <p:cNvSpPr txBox="1"/>
          <p:nvPr/>
        </p:nvSpPr>
        <p:spPr>
          <a:xfrm>
            <a:off x="1043578" y="248347"/>
            <a:ext cx="137858" cy="923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>
            <a:spAutoFit/>
          </a:bodyPr>
          <a:lstStyle/>
          <a:p>
            <a:r>
              <a:rPr lang="en-US" sz="600" b="1" dirty="0">
                <a:solidFill>
                  <a:srgbClr val="33A12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BP</a:t>
            </a:r>
            <a:r>
              <a:rPr lang="en-US" sz="600" b="1" baseline="30000" dirty="0">
                <a:solidFill>
                  <a:srgbClr val="33A12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+</a:t>
            </a:r>
            <a:endParaRPr lang="en-US" sz="600" b="1" dirty="0">
              <a:solidFill>
                <a:srgbClr val="33A12C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88F353F-A33B-417A-B921-B5BC805DF2B6}"/>
              </a:ext>
            </a:extLst>
          </p:cNvPr>
          <p:cNvSpPr txBox="1"/>
          <p:nvPr/>
        </p:nvSpPr>
        <p:spPr>
          <a:xfrm>
            <a:off x="1112507" y="573638"/>
            <a:ext cx="125034" cy="923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>
            <a:spAutoFit/>
          </a:bodyPr>
          <a:lstStyle/>
          <a:p>
            <a:r>
              <a:rPr lang="en-US" sz="600" b="1" dirty="0">
                <a:solidFill>
                  <a:srgbClr val="B2DF8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BP</a:t>
            </a:r>
            <a:r>
              <a:rPr lang="en-US" sz="600" b="1" baseline="30000" dirty="0">
                <a:solidFill>
                  <a:srgbClr val="B2DF8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endParaRPr lang="en-US" sz="600" b="1" dirty="0">
              <a:solidFill>
                <a:srgbClr val="B2DF8A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3B1518A-ACB5-5E0C-C3A5-A94A508AEADD}"/>
              </a:ext>
            </a:extLst>
          </p:cNvPr>
          <p:cNvSpPr txBox="1"/>
          <p:nvPr/>
        </p:nvSpPr>
        <p:spPr>
          <a:xfrm>
            <a:off x="3301519" y="1626249"/>
            <a:ext cx="125034" cy="923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>
            <a:spAutoFit/>
          </a:bodyPr>
          <a:lstStyle/>
          <a:p>
            <a:r>
              <a:rPr lang="en-US" sz="600" b="1" dirty="0">
                <a:solidFill>
                  <a:srgbClr val="B2DF8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BP</a:t>
            </a:r>
            <a:r>
              <a:rPr lang="en-US" sz="600" b="1" baseline="30000" dirty="0">
                <a:solidFill>
                  <a:srgbClr val="B2DF8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endParaRPr lang="en-US" sz="600" b="1" dirty="0">
              <a:solidFill>
                <a:srgbClr val="B2DF8A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27B7240-5396-C665-8A8A-6ACFF7849D4F}"/>
              </a:ext>
            </a:extLst>
          </p:cNvPr>
          <p:cNvSpPr txBox="1"/>
          <p:nvPr/>
        </p:nvSpPr>
        <p:spPr>
          <a:xfrm>
            <a:off x="2398425" y="256992"/>
            <a:ext cx="142668" cy="923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>
            <a:spAutoFit/>
          </a:bodyPr>
          <a:lstStyle/>
          <a:p>
            <a:r>
              <a:rPr lang="en-US" sz="600" b="1" dirty="0">
                <a:solidFill>
                  <a:srgbClr val="FAC20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</a:t>
            </a:r>
            <a:r>
              <a:rPr lang="en-US" sz="600" b="1" baseline="30000" dirty="0">
                <a:solidFill>
                  <a:srgbClr val="FAC20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+</a:t>
            </a:r>
            <a:endParaRPr lang="en-US" sz="600" b="1" dirty="0">
              <a:solidFill>
                <a:srgbClr val="FAC20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61342EA-D42F-CF7F-EEC5-012F4D357354}"/>
              </a:ext>
            </a:extLst>
          </p:cNvPr>
          <p:cNvSpPr txBox="1"/>
          <p:nvPr/>
        </p:nvSpPr>
        <p:spPr>
          <a:xfrm>
            <a:off x="3187216" y="208589"/>
            <a:ext cx="142668" cy="923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>
            <a:spAutoFit/>
          </a:bodyPr>
          <a:lstStyle/>
          <a:p>
            <a:r>
              <a:rPr lang="en-US" sz="600" b="1" dirty="0">
                <a:solidFill>
                  <a:srgbClr val="FAC20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</a:t>
            </a:r>
            <a:r>
              <a:rPr lang="en-US" sz="600" b="1" baseline="30000" dirty="0">
                <a:solidFill>
                  <a:srgbClr val="FAC203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+</a:t>
            </a:r>
            <a:endParaRPr lang="en-US" sz="600" b="1" dirty="0">
              <a:solidFill>
                <a:srgbClr val="FAC203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A144497-1F65-8747-2730-E78235D0F7AD}"/>
              </a:ext>
            </a:extLst>
          </p:cNvPr>
          <p:cNvSpPr txBox="1"/>
          <p:nvPr/>
        </p:nvSpPr>
        <p:spPr>
          <a:xfrm>
            <a:off x="3296709" y="561063"/>
            <a:ext cx="129844" cy="923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>
            <a:spAutoFit/>
          </a:bodyPr>
          <a:lstStyle/>
          <a:p>
            <a:r>
              <a:rPr lang="en-US" sz="600" b="1" dirty="0">
                <a:solidFill>
                  <a:srgbClr val="FFEA9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</a:t>
            </a:r>
            <a:r>
              <a:rPr lang="en-US" sz="600" b="1" baseline="30000" dirty="0">
                <a:solidFill>
                  <a:srgbClr val="FFEA9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endParaRPr lang="en-US" sz="600" b="1" dirty="0">
              <a:solidFill>
                <a:srgbClr val="FFEA9A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D55A8FC-79A9-BE27-7B2D-571CE342EF42}"/>
              </a:ext>
            </a:extLst>
          </p:cNvPr>
          <p:cNvSpPr txBox="1"/>
          <p:nvPr/>
        </p:nvSpPr>
        <p:spPr>
          <a:xfrm>
            <a:off x="2456941" y="556619"/>
            <a:ext cx="129844" cy="92333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>
            <a:spAutoFit/>
          </a:bodyPr>
          <a:lstStyle/>
          <a:p>
            <a:r>
              <a:rPr lang="en-US" sz="600" b="1" dirty="0">
                <a:solidFill>
                  <a:srgbClr val="FFEA9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</a:t>
            </a:r>
            <a:r>
              <a:rPr lang="en-US" sz="600" b="1" baseline="30000" dirty="0">
                <a:solidFill>
                  <a:srgbClr val="FFEA9A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endParaRPr lang="en-US" sz="600" b="1" dirty="0">
              <a:solidFill>
                <a:srgbClr val="FFEA9A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5641E10-E80B-83C3-885E-023A4FA97A1D}"/>
              </a:ext>
            </a:extLst>
          </p:cNvPr>
          <p:cNvSpPr txBox="1"/>
          <p:nvPr/>
        </p:nvSpPr>
        <p:spPr>
          <a:xfrm>
            <a:off x="-48396" y="4565"/>
            <a:ext cx="24237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42B81E4-7756-53DA-81CE-BAFDFF811EFE}"/>
              </a:ext>
            </a:extLst>
          </p:cNvPr>
          <p:cNvSpPr txBox="1"/>
          <p:nvPr/>
        </p:nvSpPr>
        <p:spPr>
          <a:xfrm>
            <a:off x="-50800" y="1057167"/>
            <a:ext cx="24718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D9DC492-9DCB-E8A6-021F-EDD699E937EB}"/>
              </a:ext>
            </a:extLst>
          </p:cNvPr>
          <p:cNvSpPr txBox="1"/>
          <p:nvPr/>
        </p:nvSpPr>
        <p:spPr>
          <a:xfrm>
            <a:off x="1247967" y="6732"/>
            <a:ext cx="242375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B5BBF06-A0BD-5199-69D6-47441E281F63}"/>
              </a:ext>
            </a:extLst>
          </p:cNvPr>
          <p:cNvSpPr txBox="1"/>
          <p:nvPr/>
        </p:nvSpPr>
        <p:spPr>
          <a:xfrm>
            <a:off x="1247966" y="1061856"/>
            <a:ext cx="24237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DF81ADF-4606-7F5A-2ABB-BE59D33CBB01}"/>
              </a:ext>
            </a:extLst>
          </p:cNvPr>
          <p:cNvSpPr txBox="1"/>
          <p:nvPr/>
        </p:nvSpPr>
        <p:spPr>
          <a:xfrm>
            <a:off x="2622773" y="0"/>
            <a:ext cx="24237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6B545AD-69E2-DD4F-B8A3-7C48D80A2494}"/>
              </a:ext>
            </a:extLst>
          </p:cNvPr>
          <p:cNvSpPr txBox="1"/>
          <p:nvPr/>
        </p:nvSpPr>
        <p:spPr>
          <a:xfrm>
            <a:off x="2622773" y="1061856"/>
            <a:ext cx="24237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</a:p>
        </p:txBody>
      </p:sp>
    </p:spTree>
    <p:extLst>
      <p:ext uri="{BB962C8B-B14F-4D97-AF65-F5344CB8AC3E}">
        <p14:creationId xmlns:p14="http://schemas.microsoft.com/office/powerpoint/2010/main" val="32105719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74</TotalTime>
  <Words>31</Words>
  <Application>Microsoft Macintosh PowerPoint</Application>
  <PresentationFormat>Custom</PresentationFormat>
  <Paragraphs>25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Scott, Carly Brielle</dc:creator>
  <cp:lastModifiedBy>Scott, Carly Brielle</cp:lastModifiedBy>
  <cp:revision>10</cp:revision>
  <dcterms:created xsi:type="dcterms:W3CDTF">2026-08-13T15:23:50Z</dcterms:created>
  <dcterms:modified xsi:type="dcterms:W3CDTF">2026-08-13T16:37:51Z</dcterms:modified>
</cp:coreProperties>
</file>