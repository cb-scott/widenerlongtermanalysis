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"/>
  </p:notesMasterIdLst>
  <p:sldIdLst>
    <p:sldId id="256" r:id="rId2"/>
  </p:sldIdLst>
  <p:sldSz cx="4114800" cy="2422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A9A"/>
    <a:srgbClr val="FAC203"/>
    <a:srgbClr val="B2DF8A"/>
    <a:srgbClr val="33A12C"/>
    <a:srgbClr val="A6CEE3"/>
    <a:srgbClr val="1F78B4"/>
    <a:srgbClr val="F6BF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9"/>
    <p:restoredTop sz="94422"/>
  </p:normalViewPr>
  <p:slideViewPr>
    <p:cSldViewPr snapToGrid="0">
      <p:cViewPr varScale="1">
        <p:scale>
          <a:sx n="209" d="100"/>
          <a:sy n="209" d="100"/>
        </p:scale>
        <p:origin x="7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A305DD-2C40-374F-AD67-CF1F157C186A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08038" y="1143000"/>
            <a:ext cx="52419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90667-05F0-F44C-B2DB-DF3715A61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142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82803" rtl="0" eaLnBrk="1" latinLnBrk="0" hangingPunct="1">
      <a:defRPr sz="634" kern="1200">
        <a:solidFill>
          <a:schemeClr val="tx1"/>
        </a:solidFill>
        <a:latin typeface="+mn-lt"/>
        <a:ea typeface="+mn-ea"/>
        <a:cs typeface="+mn-cs"/>
      </a:defRPr>
    </a:lvl1pPr>
    <a:lvl2pPr marL="241402" algn="l" defTabSz="482803" rtl="0" eaLnBrk="1" latinLnBrk="0" hangingPunct="1">
      <a:defRPr sz="634" kern="1200">
        <a:solidFill>
          <a:schemeClr val="tx1"/>
        </a:solidFill>
        <a:latin typeface="+mn-lt"/>
        <a:ea typeface="+mn-ea"/>
        <a:cs typeface="+mn-cs"/>
      </a:defRPr>
    </a:lvl2pPr>
    <a:lvl3pPr marL="482803" algn="l" defTabSz="482803" rtl="0" eaLnBrk="1" latinLnBrk="0" hangingPunct="1">
      <a:defRPr sz="634" kern="1200">
        <a:solidFill>
          <a:schemeClr val="tx1"/>
        </a:solidFill>
        <a:latin typeface="+mn-lt"/>
        <a:ea typeface="+mn-ea"/>
        <a:cs typeface="+mn-cs"/>
      </a:defRPr>
    </a:lvl3pPr>
    <a:lvl4pPr marL="724205" algn="l" defTabSz="482803" rtl="0" eaLnBrk="1" latinLnBrk="0" hangingPunct="1">
      <a:defRPr sz="634" kern="1200">
        <a:solidFill>
          <a:schemeClr val="tx1"/>
        </a:solidFill>
        <a:latin typeface="+mn-lt"/>
        <a:ea typeface="+mn-ea"/>
        <a:cs typeface="+mn-cs"/>
      </a:defRPr>
    </a:lvl4pPr>
    <a:lvl5pPr marL="965606" algn="l" defTabSz="482803" rtl="0" eaLnBrk="1" latinLnBrk="0" hangingPunct="1">
      <a:defRPr sz="634" kern="1200">
        <a:solidFill>
          <a:schemeClr val="tx1"/>
        </a:solidFill>
        <a:latin typeface="+mn-lt"/>
        <a:ea typeface="+mn-ea"/>
        <a:cs typeface="+mn-cs"/>
      </a:defRPr>
    </a:lvl5pPr>
    <a:lvl6pPr marL="1207008" algn="l" defTabSz="482803" rtl="0" eaLnBrk="1" latinLnBrk="0" hangingPunct="1">
      <a:defRPr sz="634" kern="1200">
        <a:solidFill>
          <a:schemeClr val="tx1"/>
        </a:solidFill>
        <a:latin typeface="+mn-lt"/>
        <a:ea typeface="+mn-ea"/>
        <a:cs typeface="+mn-cs"/>
      </a:defRPr>
    </a:lvl6pPr>
    <a:lvl7pPr marL="1448410" algn="l" defTabSz="482803" rtl="0" eaLnBrk="1" latinLnBrk="0" hangingPunct="1">
      <a:defRPr sz="634" kern="1200">
        <a:solidFill>
          <a:schemeClr val="tx1"/>
        </a:solidFill>
        <a:latin typeface="+mn-lt"/>
        <a:ea typeface="+mn-ea"/>
        <a:cs typeface="+mn-cs"/>
      </a:defRPr>
    </a:lvl7pPr>
    <a:lvl8pPr marL="1689811" algn="l" defTabSz="482803" rtl="0" eaLnBrk="1" latinLnBrk="0" hangingPunct="1">
      <a:defRPr sz="634" kern="1200">
        <a:solidFill>
          <a:schemeClr val="tx1"/>
        </a:solidFill>
        <a:latin typeface="+mn-lt"/>
        <a:ea typeface="+mn-ea"/>
        <a:cs typeface="+mn-cs"/>
      </a:defRPr>
    </a:lvl8pPr>
    <a:lvl9pPr marL="1931213" algn="l" defTabSz="482803" rtl="0" eaLnBrk="1" latinLnBrk="0" hangingPunct="1">
      <a:defRPr sz="63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08038" y="1143000"/>
            <a:ext cx="52419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390667-05F0-F44C-B2DB-DF3715A6185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455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96464"/>
            <a:ext cx="3086100" cy="843398"/>
          </a:xfrm>
        </p:spPr>
        <p:txBody>
          <a:bodyPr anchor="b"/>
          <a:lstStyle>
            <a:lvl1pPr algn="ctr">
              <a:defRPr sz="20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350" y="1272386"/>
            <a:ext cx="3086100" cy="584883"/>
          </a:xfrm>
        </p:spPr>
        <p:txBody>
          <a:bodyPr/>
          <a:lstStyle>
            <a:lvl1pPr marL="0" indent="0" algn="ctr">
              <a:buNone/>
              <a:defRPr sz="810"/>
            </a:lvl1pPr>
            <a:lvl2pPr marL="154305" indent="0" algn="ctr">
              <a:buNone/>
              <a:defRPr sz="675"/>
            </a:lvl2pPr>
            <a:lvl3pPr marL="308610" indent="0" algn="ctr">
              <a:buNone/>
              <a:defRPr sz="608"/>
            </a:lvl3pPr>
            <a:lvl4pPr marL="462915" indent="0" algn="ctr">
              <a:buNone/>
              <a:defRPr sz="540"/>
            </a:lvl4pPr>
            <a:lvl5pPr marL="617220" indent="0" algn="ctr">
              <a:buNone/>
              <a:defRPr sz="540"/>
            </a:lvl5pPr>
            <a:lvl6pPr marL="771525" indent="0" algn="ctr">
              <a:buNone/>
              <a:defRPr sz="540"/>
            </a:lvl6pPr>
            <a:lvl7pPr marL="925830" indent="0" algn="ctr">
              <a:buNone/>
              <a:defRPr sz="540"/>
            </a:lvl7pPr>
            <a:lvl8pPr marL="1080135" indent="0" algn="ctr">
              <a:buNone/>
              <a:defRPr sz="540"/>
            </a:lvl8pPr>
            <a:lvl9pPr marL="1234440" indent="0" algn="ctr">
              <a:buNone/>
              <a:defRPr sz="5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5604-C4EE-BD48-B02F-72FA683510B1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B0ECF-F9FC-BC49-8590-BB96EAAF6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37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5604-C4EE-BD48-B02F-72FA683510B1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B0ECF-F9FC-BC49-8590-BB96EAAF6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175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749" y="603949"/>
            <a:ext cx="3549015" cy="1007703"/>
          </a:xfrm>
        </p:spPr>
        <p:txBody>
          <a:bodyPr anchor="b"/>
          <a:lstStyle>
            <a:lvl1pPr>
              <a:defRPr sz="20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0749" y="1621186"/>
            <a:ext cx="3549015" cy="529927"/>
          </a:xfrm>
        </p:spPr>
        <p:txBody>
          <a:bodyPr/>
          <a:lstStyle>
            <a:lvl1pPr marL="0" indent="0">
              <a:buNone/>
              <a:defRPr sz="810">
                <a:solidFill>
                  <a:schemeClr val="tx1">
                    <a:tint val="82000"/>
                  </a:schemeClr>
                </a:solidFill>
              </a:defRPr>
            </a:lvl1pPr>
            <a:lvl2pPr marL="154305" indent="0">
              <a:buNone/>
              <a:defRPr sz="675">
                <a:solidFill>
                  <a:schemeClr val="tx1">
                    <a:tint val="82000"/>
                  </a:schemeClr>
                </a:solidFill>
              </a:defRPr>
            </a:lvl2pPr>
            <a:lvl3pPr marL="308610" indent="0">
              <a:buNone/>
              <a:defRPr sz="608">
                <a:solidFill>
                  <a:schemeClr val="tx1">
                    <a:tint val="82000"/>
                  </a:schemeClr>
                </a:solidFill>
              </a:defRPr>
            </a:lvl3pPr>
            <a:lvl4pPr marL="462915" indent="0">
              <a:buNone/>
              <a:defRPr sz="540">
                <a:solidFill>
                  <a:schemeClr val="tx1">
                    <a:tint val="82000"/>
                  </a:schemeClr>
                </a:solidFill>
              </a:defRPr>
            </a:lvl4pPr>
            <a:lvl5pPr marL="617220" indent="0">
              <a:buNone/>
              <a:defRPr sz="540">
                <a:solidFill>
                  <a:schemeClr val="tx1">
                    <a:tint val="82000"/>
                  </a:schemeClr>
                </a:solidFill>
              </a:defRPr>
            </a:lvl5pPr>
            <a:lvl6pPr marL="771525" indent="0">
              <a:buNone/>
              <a:defRPr sz="540">
                <a:solidFill>
                  <a:schemeClr val="tx1">
                    <a:tint val="82000"/>
                  </a:schemeClr>
                </a:solidFill>
              </a:defRPr>
            </a:lvl6pPr>
            <a:lvl7pPr marL="925830" indent="0">
              <a:buNone/>
              <a:defRPr sz="540">
                <a:solidFill>
                  <a:schemeClr val="tx1">
                    <a:tint val="82000"/>
                  </a:schemeClr>
                </a:solidFill>
              </a:defRPr>
            </a:lvl7pPr>
            <a:lvl8pPr marL="1080135" indent="0">
              <a:buNone/>
              <a:defRPr sz="540">
                <a:solidFill>
                  <a:schemeClr val="tx1">
                    <a:tint val="82000"/>
                  </a:schemeClr>
                </a:solidFill>
              </a:defRPr>
            </a:lvl8pPr>
            <a:lvl9pPr marL="1234440" indent="0">
              <a:buNone/>
              <a:defRPr sz="5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5604-C4EE-BD48-B02F-72FA683510B1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B0ECF-F9FC-BC49-8590-BB96EAAF6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007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2893" y="644885"/>
            <a:ext cx="1748790" cy="1537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3118" y="644885"/>
            <a:ext cx="1748790" cy="1537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5604-C4EE-BD48-B02F-72FA683510B1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B0ECF-F9FC-BC49-8590-BB96EAAF6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11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8" y="128977"/>
            <a:ext cx="3549015" cy="4682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3429" y="593855"/>
            <a:ext cx="1740753" cy="291039"/>
          </a:xfrm>
        </p:spPr>
        <p:txBody>
          <a:bodyPr anchor="b"/>
          <a:lstStyle>
            <a:lvl1pPr marL="0" indent="0">
              <a:buNone/>
              <a:defRPr sz="810" b="1"/>
            </a:lvl1pPr>
            <a:lvl2pPr marL="154305" indent="0">
              <a:buNone/>
              <a:defRPr sz="675" b="1"/>
            </a:lvl2pPr>
            <a:lvl3pPr marL="308610" indent="0">
              <a:buNone/>
              <a:defRPr sz="608" b="1"/>
            </a:lvl3pPr>
            <a:lvl4pPr marL="462915" indent="0">
              <a:buNone/>
              <a:defRPr sz="540" b="1"/>
            </a:lvl4pPr>
            <a:lvl5pPr marL="617220" indent="0">
              <a:buNone/>
              <a:defRPr sz="540" b="1"/>
            </a:lvl5pPr>
            <a:lvl6pPr marL="771525" indent="0">
              <a:buNone/>
              <a:defRPr sz="540" b="1"/>
            </a:lvl6pPr>
            <a:lvl7pPr marL="925830" indent="0">
              <a:buNone/>
              <a:defRPr sz="540" b="1"/>
            </a:lvl7pPr>
            <a:lvl8pPr marL="1080135" indent="0">
              <a:buNone/>
              <a:defRPr sz="540" b="1"/>
            </a:lvl8pPr>
            <a:lvl9pPr marL="1234440" indent="0">
              <a:buNone/>
              <a:defRPr sz="5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3429" y="884894"/>
            <a:ext cx="1740753" cy="13015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83117" y="593855"/>
            <a:ext cx="1749326" cy="291039"/>
          </a:xfrm>
        </p:spPr>
        <p:txBody>
          <a:bodyPr anchor="b"/>
          <a:lstStyle>
            <a:lvl1pPr marL="0" indent="0">
              <a:buNone/>
              <a:defRPr sz="810" b="1"/>
            </a:lvl1pPr>
            <a:lvl2pPr marL="154305" indent="0">
              <a:buNone/>
              <a:defRPr sz="675" b="1"/>
            </a:lvl2pPr>
            <a:lvl3pPr marL="308610" indent="0">
              <a:buNone/>
              <a:defRPr sz="608" b="1"/>
            </a:lvl3pPr>
            <a:lvl4pPr marL="462915" indent="0">
              <a:buNone/>
              <a:defRPr sz="540" b="1"/>
            </a:lvl4pPr>
            <a:lvl5pPr marL="617220" indent="0">
              <a:buNone/>
              <a:defRPr sz="540" b="1"/>
            </a:lvl5pPr>
            <a:lvl6pPr marL="771525" indent="0">
              <a:buNone/>
              <a:defRPr sz="540" b="1"/>
            </a:lvl6pPr>
            <a:lvl7pPr marL="925830" indent="0">
              <a:buNone/>
              <a:defRPr sz="540" b="1"/>
            </a:lvl7pPr>
            <a:lvl8pPr marL="1080135" indent="0">
              <a:buNone/>
              <a:defRPr sz="540" b="1"/>
            </a:lvl8pPr>
            <a:lvl9pPr marL="1234440" indent="0">
              <a:buNone/>
              <a:defRPr sz="5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83117" y="884894"/>
            <a:ext cx="1749326" cy="13015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5604-C4EE-BD48-B02F-72FA683510B1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B0ECF-F9FC-BC49-8590-BB96EAAF6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467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5604-C4EE-BD48-B02F-72FA683510B1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B0ECF-F9FC-BC49-8590-BB96EAAF6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966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5604-C4EE-BD48-B02F-72FA683510B1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B0ECF-F9FC-BC49-8590-BB96EAAF6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41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9" y="161502"/>
            <a:ext cx="1327130" cy="565256"/>
          </a:xfrm>
        </p:spPr>
        <p:txBody>
          <a:bodyPr anchor="b"/>
          <a:lstStyle>
            <a:lvl1pPr>
              <a:defRPr sz="1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9326" y="348799"/>
            <a:ext cx="2083118" cy="1721563"/>
          </a:xfrm>
        </p:spPr>
        <p:txBody>
          <a:bodyPr/>
          <a:lstStyle>
            <a:lvl1pPr>
              <a:defRPr sz="1080"/>
            </a:lvl1pPr>
            <a:lvl2pPr>
              <a:defRPr sz="945"/>
            </a:lvl2pPr>
            <a:lvl3pPr>
              <a:defRPr sz="810"/>
            </a:lvl3pPr>
            <a:lvl4pPr>
              <a:defRPr sz="675"/>
            </a:lvl4pPr>
            <a:lvl5pPr>
              <a:defRPr sz="675"/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9" y="726758"/>
            <a:ext cx="1327130" cy="1346408"/>
          </a:xfrm>
        </p:spPr>
        <p:txBody>
          <a:bodyPr/>
          <a:lstStyle>
            <a:lvl1pPr marL="0" indent="0">
              <a:buNone/>
              <a:defRPr sz="540"/>
            </a:lvl1pPr>
            <a:lvl2pPr marL="154305" indent="0">
              <a:buNone/>
              <a:defRPr sz="472"/>
            </a:lvl2pPr>
            <a:lvl3pPr marL="308610" indent="0">
              <a:buNone/>
              <a:defRPr sz="405"/>
            </a:lvl3pPr>
            <a:lvl4pPr marL="462915" indent="0">
              <a:buNone/>
              <a:defRPr sz="338"/>
            </a:lvl4pPr>
            <a:lvl5pPr marL="617220" indent="0">
              <a:buNone/>
              <a:defRPr sz="338"/>
            </a:lvl5pPr>
            <a:lvl6pPr marL="771525" indent="0">
              <a:buNone/>
              <a:defRPr sz="338"/>
            </a:lvl6pPr>
            <a:lvl7pPr marL="925830" indent="0">
              <a:buNone/>
              <a:defRPr sz="338"/>
            </a:lvl7pPr>
            <a:lvl8pPr marL="1080135" indent="0">
              <a:buNone/>
              <a:defRPr sz="338"/>
            </a:lvl8pPr>
            <a:lvl9pPr marL="1234440" indent="0">
              <a:buNone/>
              <a:defRPr sz="3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5604-C4EE-BD48-B02F-72FA683510B1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B0ECF-F9FC-BC49-8590-BB96EAAF6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907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9" y="161502"/>
            <a:ext cx="1327130" cy="565256"/>
          </a:xfrm>
        </p:spPr>
        <p:txBody>
          <a:bodyPr anchor="b"/>
          <a:lstStyle>
            <a:lvl1pPr>
              <a:defRPr sz="1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49326" y="348799"/>
            <a:ext cx="2083118" cy="1721563"/>
          </a:xfrm>
        </p:spPr>
        <p:txBody>
          <a:bodyPr anchor="t"/>
          <a:lstStyle>
            <a:lvl1pPr marL="0" indent="0">
              <a:buNone/>
              <a:defRPr sz="1080"/>
            </a:lvl1pPr>
            <a:lvl2pPr marL="154305" indent="0">
              <a:buNone/>
              <a:defRPr sz="945"/>
            </a:lvl2pPr>
            <a:lvl3pPr marL="308610" indent="0">
              <a:buNone/>
              <a:defRPr sz="810"/>
            </a:lvl3pPr>
            <a:lvl4pPr marL="462915" indent="0">
              <a:buNone/>
              <a:defRPr sz="675"/>
            </a:lvl4pPr>
            <a:lvl5pPr marL="617220" indent="0">
              <a:buNone/>
              <a:defRPr sz="675"/>
            </a:lvl5pPr>
            <a:lvl6pPr marL="771525" indent="0">
              <a:buNone/>
              <a:defRPr sz="675"/>
            </a:lvl6pPr>
            <a:lvl7pPr marL="925830" indent="0">
              <a:buNone/>
              <a:defRPr sz="675"/>
            </a:lvl7pPr>
            <a:lvl8pPr marL="1080135" indent="0">
              <a:buNone/>
              <a:defRPr sz="675"/>
            </a:lvl8pPr>
            <a:lvl9pPr marL="1234440" indent="0">
              <a:buNone/>
              <a:defRPr sz="6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9" y="726758"/>
            <a:ext cx="1327130" cy="1346408"/>
          </a:xfrm>
        </p:spPr>
        <p:txBody>
          <a:bodyPr/>
          <a:lstStyle>
            <a:lvl1pPr marL="0" indent="0">
              <a:buNone/>
              <a:defRPr sz="540"/>
            </a:lvl1pPr>
            <a:lvl2pPr marL="154305" indent="0">
              <a:buNone/>
              <a:defRPr sz="472"/>
            </a:lvl2pPr>
            <a:lvl3pPr marL="308610" indent="0">
              <a:buNone/>
              <a:defRPr sz="405"/>
            </a:lvl3pPr>
            <a:lvl4pPr marL="462915" indent="0">
              <a:buNone/>
              <a:defRPr sz="338"/>
            </a:lvl4pPr>
            <a:lvl5pPr marL="617220" indent="0">
              <a:buNone/>
              <a:defRPr sz="338"/>
            </a:lvl5pPr>
            <a:lvl6pPr marL="771525" indent="0">
              <a:buNone/>
              <a:defRPr sz="338"/>
            </a:lvl6pPr>
            <a:lvl7pPr marL="925830" indent="0">
              <a:buNone/>
              <a:defRPr sz="338"/>
            </a:lvl7pPr>
            <a:lvl8pPr marL="1080135" indent="0">
              <a:buNone/>
              <a:defRPr sz="338"/>
            </a:lvl8pPr>
            <a:lvl9pPr marL="1234440" indent="0">
              <a:buNone/>
              <a:defRPr sz="3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5604-C4EE-BD48-B02F-72FA683510B1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B0ECF-F9FC-BC49-8590-BB96EAAF6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444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5604-C4EE-BD48-B02F-72FA683510B1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B0ECF-F9FC-BC49-8590-BB96EAAF6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651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44654" y="128977"/>
            <a:ext cx="887254" cy="20529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2893" y="128977"/>
            <a:ext cx="2610326" cy="20529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5604-C4EE-BD48-B02F-72FA683510B1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B0ECF-F9FC-BC49-8590-BB96EAAF6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959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2893" y="128977"/>
            <a:ext cx="3549015" cy="468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893" y="644885"/>
            <a:ext cx="3549015" cy="1537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2893" y="2245322"/>
            <a:ext cx="925830" cy="1289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725604-C4EE-BD48-B02F-72FA683510B1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3028" y="2245322"/>
            <a:ext cx="1388745" cy="1289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06078" y="2245322"/>
            <a:ext cx="925830" cy="1289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9B0ECF-F9FC-BC49-8590-BB96EAAF6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67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08610" rtl="0" eaLnBrk="1" latinLnBrk="0" hangingPunct="1">
        <a:lnSpc>
          <a:spcPct val="90000"/>
        </a:lnSpc>
        <a:spcBef>
          <a:spcPct val="0"/>
        </a:spcBef>
        <a:buNone/>
        <a:defRPr sz="14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7153" indent="-77153" algn="l" defTabSz="30861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31458" indent="-77153" algn="l" defTabSz="308610" rtl="0" eaLnBrk="1" latinLnBrk="0" hangingPunct="1">
        <a:lnSpc>
          <a:spcPct val="90000"/>
        </a:lnSpc>
        <a:spcBef>
          <a:spcPts val="169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indent="-77153" algn="l" defTabSz="308610" rtl="0" eaLnBrk="1" latinLnBrk="0" hangingPunct="1">
        <a:lnSpc>
          <a:spcPct val="90000"/>
        </a:lnSpc>
        <a:spcBef>
          <a:spcPts val="169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3pPr>
      <a:lvl4pPr marL="540068" indent="-77153" algn="l" defTabSz="308610" rtl="0" eaLnBrk="1" latinLnBrk="0" hangingPunct="1">
        <a:lnSpc>
          <a:spcPct val="90000"/>
        </a:lnSpc>
        <a:spcBef>
          <a:spcPts val="169"/>
        </a:spcBef>
        <a:buFont typeface="Arial" panose="020B0604020202020204" pitchFamily="34" charset="0"/>
        <a:buChar char="•"/>
        <a:defRPr sz="608" kern="1200">
          <a:solidFill>
            <a:schemeClr val="tx1"/>
          </a:solidFill>
          <a:latin typeface="+mn-lt"/>
          <a:ea typeface="+mn-ea"/>
          <a:cs typeface="+mn-cs"/>
        </a:defRPr>
      </a:lvl4pPr>
      <a:lvl5pPr marL="694373" indent="-77153" algn="l" defTabSz="308610" rtl="0" eaLnBrk="1" latinLnBrk="0" hangingPunct="1">
        <a:lnSpc>
          <a:spcPct val="90000"/>
        </a:lnSpc>
        <a:spcBef>
          <a:spcPts val="169"/>
        </a:spcBef>
        <a:buFont typeface="Arial" panose="020B0604020202020204" pitchFamily="34" charset="0"/>
        <a:buChar char="•"/>
        <a:defRPr sz="608" kern="1200">
          <a:solidFill>
            <a:schemeClr val="tx1"/>
          </a:solidFill>
          <a:latin typeface="+mn-lt"/>
          <a:ea typeface="+mn-ea"/>
          <a:cs typeface="+mn-cs"/>
        </a:defRPr>
      </a:lvl5pPr>
      <a:lvl6pPr marL="848678" indent="-77153" algn="l" defTabSz="308610" rtl="0" eaLnBrk="1" latinLnBrk="0" hangingPunct="1">
        <a:lnSpc>
          <a:spcPct val="90000"/>
        </a:lnSpc>
        <a:spcBef>
          <a:spcPts val="169"/>
        </a:spcBef>
        <a:buFont typeface="Arial" panose="020B0604020202020204" pitchFamily="34" charset="0"/>
        <a:buChar char="•"/>
        <a:defRPr sz="608" kern="1200">
          <a:solidFill>
            <a:schemeClr val="tx1"/>
          </a:solidFill>
          <a:latin typeface="+mn-lt"/>
          <a:ea typeface="+mn-ea"/>
          <a:cs typeface="+mn-cs"/>
        </a:defRPr>
      </a:lvl6pPr>
      <a:lvl7pPr marL="1002983" indent="-77153" algn="l" defTabSz="308610" rtl="0" eaLnBrk="1" latinLnBrk="0" hangingPunct="1">
        <a:lnSpc>
          <a:spcPct val="90000"/>
        </a:lnSpc>
        <a:spcBef>
          <a:spcPts val="169"/>
        </a:spcBef>
        <a:buFont typeface="Arial" panose="020B0604020202020204" pitchFamily="34" charset="0"/>
        <a:buChar char="•"/>
        <a:defRPr sz="608" kern="1200">
          <a:solidFill>
            <a:schemeClr val="tx1"/>
          </a:solidFill>
          <a:latin typeface="+mn-lt"/>
          <a:ea typeface="+mn-ea"/>
          <a:cs typeface="+mn-cs"/>
        </a:defRPr>
      </a:lvl7pPr>
      <a:lvl8pPr marL="1157288" indent="-77153" algn="l" defTabSz="308610" rtl="0" eaLnBrk="1" latinLnBrk="0" hangingPunct="1">
        <a:lnSpc>
          <a:spcPct val="90000"/>
        </a:lnSpc>
        <a:spcBef>
          <a:spcPts val="169"/>
        </a:spcBef>
        <a:buFont typeface="Arial" panose="020B0604020202020204" pitchFamily="34" charset="0"/>
        <a:buChar char="•"/>
        <a:defRPr sz="608" kern="1200">
          <a:solidFill>
            <a:schemeClr val="tx1"/>
          </a:solidFill>
          <a:latin typeface="+mn-lt"/>
          <a:ea typeface="+mn-ea"/>
          <a:cs typeface="+mn-cs"/>
        </a:defRPr>
      </a:lvl8pPr>
      <a:lvl9pPr marL="1311593" indent="-77153" algn="l" defTabSz="308610" rtl="0" eaLnBrk="1" latinLnBrk="0" hangingPunct="1">
        <a:lnSpc>
          <a:spcPct val="90000"/>
        </a:lnSpc>
        <a:spcBef>
          <a:spcPts val="169"/>
        </a:spcBef>
        <a:buFont typeface="Arial" panose="020B0604020202020204" pitchFamily="34" charset="0"/>
        <a:buChar char="•"/>
        <a:defRPr sz="60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608" kern="1200">
          <a:solidFill>
            <a:schemeClr val="tx1"/>
          </a:solidFill>
          <a:latin typeface="+mn-lt"/>
          <a:ea typeface="+mn-ea"/>
          <a:cs typeface="+mn-cs"/>
        </a:defRPr>
      </a:lvl1pPr>
      <a:lvl2pPr marL="154305" algn="l" defTabSz="308610" rtl="0" eaLnBrk="1" latinLnBrk="0" hangingPunct="1">
        <a:defRPr sz="608" kern="1200">
          <a:solidFill>
            <a:schemeClr val="tx1"/>
          </a:solidFill>
          <a:latin typeface="+mn-lt"/>
          <a:ea typeface="+mn-ea"/>
          <a:cs typeface="+mn-cs"/>
        </a:defRPr>
      </a:lvl2pPr>
      <a:lvl3pPr marL="308610" algn="l" defTabSz="308610" rtl="0" eaLnBrk="1" latinLnBrk="0" hangingPunct="1">
        <a:defRPr sz="608" kern="1200">
          <a:solidFill>
            <a:schemeClr val="tx1"/>
          </a:solidFill>
          <a:latin typeface="+mn-lt"/>
          <a:ea typeface="+mn-ea"/>
          <a:cs typeface="+mn-cs"/>
        </a:defRPr>
      </a:lvl3pPr>
      <a:lvl4pPr marL="462915" algn="l" defTabSz="308610" rtl="0" eaLnBrk="1" latinLnBrk="0" hangingPunct="1">
        <a:defRPr sz="608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" algn="l" defTabSz="308610" rtl="0" eaLnBrk="1" latinLnBrk="0" hangingPunct="1">
        <a:defRPr sz="608" kern="1200">
          <a:solidFill>
            <a:schemeClr val="tx1"/>
          </a:solidFill>
          <a:latin typeface="+mn-lt"/>
          <a:ea typeface="+mn-ea"/>
          <a:cs typeface="+mn-cs"/>
        </a:defRPr>
      </a:lvl5pPr>
      <a:lvl6pPr marL="771525" algn="l" defTabSz="308610" rtl="0" eaLnBrk="1" latinLnBrk="0" hangingPunct="1">
        <a:defRPr sz="608" kern="1200">
          <a:solidFill>
            <a:schemeClr val="tx1"/>
          </a:solidFill>
          <a:latin typeface="+mn-lt"/>
          <a:ea typeface="+mn-ea"/>
          <a:cs typeface="+mn-cs"/>
        </a:defRPr>
      </a:lvl6pPr>
      <a:lvl7pPr marL="925830" algn="l" defTabSz="308610" rtl="0" eaLnBrk="1" latinLnBrk="0" hangingPunct="1">
        <a:defRPr sz="608" kern="1200">
          <a:solidFill>
            <a:schemeClr val="tx1"/>
          </a:solidFill>
          <a:latin typeface="+mn-lt"/>
          <a:ea typeface="+mn-ea"/>
          <a:cs typeface="+mn-cs"/>
        </a:defRPr>
      </a:lvl7pPr>
      <a:lvl8pPr marL="1080135" algn="l" defTabSz="308610" rtl="0" eaLnBrk="1" latinLnBrk="0" hangingPunct="1">
        <a:defRPr sz="608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" algn="l" defTabSz="308610" rtl="0" eaLnBrk="1" latinLnBrk="0" hangingPunct="1">
        <a:defRPr sz="6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EF2855-6BEC-AD4A-5600-003B44FCF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153" y="1330009"/>
            <a:ext cx="1371600" cy="1092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B6980C-BFE3-7635-67C8-86CB8ABEE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9153" y="259987"/>
            <a:ext cx="1371600" cy="1092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D34B50-0CD5-81D4-7217-AE12ECCAF1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0753" y="1326581"/>
            <a:ext cx="1371600" cy="1092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453125-C1DB-9E25-172C-5530BE4BC3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0753" y="256559"/>
            <a:ext cx="1371600" cy="10922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8248265A-C6C3-B2A4-52E8-65B402E1DB62}"/>
              </a:ext>
            </a:extLst>
          </p:cNvPr>
          <p:cNvSpPr/>
          <p:nvPr/>
        </p:nvSpPr>
        <p:spPr>
          <a:xfrm>
            <a:off x="1028831" y="1001292"/>
            <a:ext cx="799540" cy="655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898FDD-2DF5-35EA-F2CF-216E19A661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775" y="1326581"/>
            <a:ext cx="1371600" cy="1092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7B3E974-9175-38B4-F03D-33B39B68DB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775" y="256559"/>
            <a:ext cx="1371600" cy="10922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05645B8-1A56-BCDB-CA64-84249B820BD1}"/>
              </a:ext>
            </a:extLst>
          </p:cNvPr>
          <p:cNvSpPr txBox="1"/>
          <p:nvPr/>
        </p:nvSpPr>
        <p:spPr>
          <a:xfrm>
            <a:off x="799757" y="1177906"/>
            <a:ext cx="150682" cy="92333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PC1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6EE7EA-B102-E5D5-6267-B234C928CDAC}"/>
              </a:ext>
            </a:extLst>
          </p:cNvPr>
          <p:cNvSpPr txBox="1"/>
          <p:nvPr/>
        </p:nvSpPr>
        <p:spPr>
          <a:xfrm>
            <a:off x="2131525" y="1177700"/>
            <a:ext cx="150682" cy="92333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PC1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7BC61D0-230E-AC15-94BE-25E90726D89C}"/>
              </a:ext>
            </a:extLst>
          </p:cNvPr>
          <p:cNvSpPr txBox="1"/>
          <p:nvPr/>
        </p:nvSpPr>
        <p:spPr>
          <a:xfrm>
            <a:off x="3502453" y="1171144"/>
            <a:ext cx="150682" cy="92333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PC1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54620D7-5211-F9E5-478E-999A8F40AD40}"/>
              </a:ext>
            </a:extLst>
          </p:cNvPr>
          <p:cNvSpPr txBox="1"/>
          <p:nvPr/>
        </p:nvSpPr>
        <p:spPr>
          <a:xfrm>
            <a:off x="799757" y="2248823"/>
            <a:ext cx="150682" cy="92333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PC1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3EE3D9-6DC8-AC94-735E-31A8863AB2F7}"/>
              </a:ext>
            </a:extLst>
          </p:cNvPr>
          <p:cNvSpPr txBox="1"/>
          <p:nvPr/>
        </p:nvSpPr>
        <p:spPr>
          <a:xfrm>
            <a:off x="2131525" y="2248823"/>
            <a:ext cx="150682" cy="92333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PC1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B0ECD7D-2BEF-B554-E587-042D9A49EB6F}"/>
              </a:ext>
            </a:extLst>
          </p:cNvPr>
          <p:cNvSpPr txBox="1"/>
          <p:nvPr/>
        </p:nvSpPr>
        <p:spPr>
          <a:xfrm>
            <a:off x="3502453" y="2248823"/>
            <a:ext cx="150682" cy="92333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PC1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2D2FDF-6ADE-86A6-2C26-B66F20C1FE9D}"/>
              </a:ext>
            </a:extLst>
          </p:cNvPr>
          <p:cNvSpPr txBox="1"/>
          <p:nvPr/>
        </p:nvSpPr>
        <p:spPr>
          <a:xfrm>
            <a:off x="554497" y="1607685"/>
            <a:ext cx="245260" cy="923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600" b="1" dirty="0">
                <a:solidFill>
                  <a:srgbClr val="1F78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ANTH</a:t>
            </a:r>
            <a:r>
              <a:rPr lang="en-US" sz="600" b="1" baseline="30000" dirty="0">
                <a:solidFill>
                  <a:srgbClr val="1F78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en-US" sz="600" b="1" dirty="0">
              <a:solidFill>
                <a:srgbClr val="1F78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D3E7817-85E7-1FE5-459F-471E7B518DD7}"/>
              </a:ext>
            </a:extLst>
          </p:cNvPr>
          <p:cNvSpPr txBox="1"/>
          <p:nvPr/>
        </p:nvSpPr>
        <p:spPr>
          <a:xfrm>
            <a:off x="1857318" y="1662007"/>
            <a:ext cx="245260" cy="923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600" b="1" dirty="0">
                <a:solidFill>
                  <a:srgbClr val="1F78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ANTH</a:t>
            </a:r>
            <a:r>
              <a:rPr lang="en-US" sz="600" b="1" baseline="30000" dirty="0">
                <a:solidFill>
                  <a:srgbClr val="1F78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en-US" sz="600" b="1" dirty="0">
              <a:solidFill>
                <a:srgbClr val="1F78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F6E0E1A-41DF-7D15-5719-9807A0A3C26F}"/>
              </a:ext>
            </a:extLst>
          </p:cNvPr>
          <p:cNvSpPr txBox="1"/>
          <p:nvPr/>
        </p:nvSpPr>
        <p:spPr>
          <a:xfrm>
            <a:off x="2282207" y="1518534"/>
            <a:ext cx="232436" cy="923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600" b="1" dirty="0">
                <a:solidFill>
                  <a:srgbClr val="A6CE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ANTH</a:t>
            </a:r>
            <a:r>
              <a:rPr lang="en-US" sz="600" b="1" baseline="30000" dirty="0">
                <a:solidFill>
                  <a:srgbClr val="A6CE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US" sz="600" b="1" dirty="0">
              <a:solidFill>
                <a:srgbClr val="A6CEE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3D71189-A9A3-DF66-8546-5B30170E953B}"/>
              </a:ext>
            </a:extLst>
          </p:cNvPr>
          <p:cNvSpPr txBox="1"/>
          <p:nvPr/>
        </p:nvSpPr>
        <p:spPr>
          <a:xfrm>
            <a:off x="1043578" y="1837606"/>
            <a:ext cx="232436" cy="923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600" b="1" dirty="0">
                <a:solidFill>
                  <a:srgbClr val="A6CE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ANTH</a:t>
            </a:r>
            <a:r>
              <a:rPr lang="en-US" sz="600" b="1" baseline="30000" dirty="0">
                <a:solidFill>
                  <a:srgbClr val="A6CE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US" sz="600" b="1" dirty="0">
              <a:solidFill>
                <a:srgbClr val="A6CEE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D022F5B-7C44-AC13-B88D-7D9ED20B9605}"/>
              </a:ext>
            </a:extLst>
          </p:cNvPr>
          <p:cNvSpPr txBox="1"/>
          <p:nvPr/>
        </p:nvSpPr>
        <p:spPr>
          <a:xfrm>
            <a:off x="3194589" y="1569674"/>
            <a:ext cx="137858" cy="923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600" b="1" dirty="0">
                <a:solidFill>
                  <a:srgbClr val="33A1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BP</a:t>
            </a:r>
            <a:r>
              <a:rPr lang="en-US" sz="600" b="1" baseline="30000" dirty="0">
                <a:solidFill>
                  <a:srgbClr val="33A1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en-US" sz="600" b="1" dirty="0">
              <a:solidFill>
                <a:srgbClr val="33A1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6D347B3-E121-8323-E565-05C63FF65668}"/>
              </a:ext>
            </a:extLst>
          </p:cNvPr>
          <p:cNvSpPr txBox="1"/>
          <p:nvPr/>
        </p:nvSpPr>
        <p:spPr>
          <a:xfrm>
            <a:off x="1043578" y="466280"/>
            <a:ext cx="137858" cy="923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600" b="1" dirty="0">
                <a:solidFill>
                  <a:srgbClr val="33A1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BP</a:t>
            </a:r>
            <a:r>
              <a:rPr lang="en-US" sz="600" b="1" baseline="30000" dirty="0">
                <a:solidFill>
                  <a:srgbClr val="33A1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en-US" sz="600" b="1" dirty="0">
              <a:solidFill>
                <a:srgbClr val="33A1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8F353F-A33B-417A-B921-B5BC805DF2B6}"/>
              </a:ext>
            </a:extLst>
          </p:cNvPr>
          <p:cNvSpPr txBox="1"/>
          <p:nvPr/>
        </p:nvSpPr>
        <p:spPr>
          <a:xfrm>
            <a:off x="1112507" y="791571"/>
            <a:ext cx="125034" cy="923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600" b="1" dirty="0">
                <a:solidFill>
                  <a:srgbClr val="B2DF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BP</a:t>
            </a:r>
            <a:r>
              <a:rPr lang="en-US" sz="600" b="1" baseline="30000" dirty="0">
                <a:solidFill>
                  <a:srgbClr val="B2DF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US" sz="600" b="1" dirty="0">
              <a:solidFill>
                <a:srgbClr val="B2DF8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B1518A-ACB5-5E0C-C3A5-A94A508AEADD}"/>
              </a:ext>
            </a:extLst>
          </p:cNvPr>
          <p:cNvSpPr txBox="1"/>
          <p:nvPr/>
        </p:nvSpPr>
        <p:spPr>
          <a:xfrm>
            <a:off x="3301519" y="1844182"/>
            <a:ext cx="125034" cy="923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600" b="1" dirty="0">
                <a:solidFill>
                  <a:srgbClr val="B2DF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BP</a:t>
            </a:r>
            <a:r>
              <a:rPr lang="en-US" sz="600" b="1" baseline="30000" dirty="0">
                <a:solidFill>
                  <a:srgbClr val="B2DF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US" sz="600" b="1" dirty="0">
              <a:solidFill>
                <a:srgbClr val="B2DF8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27B7240-5396-C665-8A8A-6ACFF7849D4F}"/>
              </a:ext>
            </a:extLst>
          </p:cNvPr>
          <p:cNvSpPr txBox="1"/>
          <p:nvPr/>
        </p:nvSpPr>
        <p:spPr>
          <a:xfrm>
            <a:off x="2398425" y="474925"/>
            <a:ext cx="142668" cy="923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600" b="1" dirty="0">
                <a:solidFill>
                  <a:srgbClr val="FAC2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</a:t>
            </a:r>
            <a:r>
              <a:rPr lang="en-US" sz="600" b="1" baseline="30000" dirty="0">
                <a:solidFill>
                  <a:srgbClr val="FAC2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en-US" sz="600" b="1" dirty="0">
              <a:solidFill>
                <a:srgbClr val="FAC20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61342EA-D42F-CF7F-EEC5-012F4D357354}"/>
              </a:ext>
            </a:extLst>
          </p:cNvPr>
          <p:cNvSpPr txBox="1"/>
          <p:nvPr/>
        </p:nvSpPr>
        <p:spPr>
          <a:xfrm>
            <a:off x="3187216" y="426522"/>
            <a:ext cx="142668" cy="923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600" b="1" dirty="0">
                <a:solidFill>
                  <a:srgbClr val="FAC2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</a:t>
            </a:r>
            <a:r>
              <a:rPr lang="en-US" sz="600" b="1" baseline="30000" dirty="0">
                <a:solidFill>
                  <a:srgbClr val="FAC2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en-US" sz="600" b="1" dirty="0">
              <a:solidFill>
                <a:srgbClr val="FAC20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A144497-1F65-8747-2730-E78235D0F7AD}"/>
              </a:ext>
            </a:extLst>
          </p:cNvPr>
          <p:cNvSpPr txBox="1"/>
          <p:nvPr/>
        </p:nvSpPr>
        <p:spPr>
          <a:xfrm>
            <a:off x="3296709" y="778996"/>
            <a:ext cx="129844" cy="923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600" b="1" dirty="0">
                <a:solidFill>
                  <a:srgbClr val="FFEA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</a:t>
            </a:r>
            <a:r>
              <a:rPr lang="en-US" sz="600" b="1" baseline="30000" dirty="0">
                <a:solidFill>
                  <a:srgbClr val="FFEA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US" sz="600" b="1" dirty="0">
              <a:solidFill>
                <a:srgbClr val="FFEA9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D55A8FC-79A9-BE27-7B2D-571CE342EF42}"/>
              </a:ext>
            </a:extLst>
          </p:cNvPr>
          <p:cNvSpPr txBox="1"/>
          <p:nvPr/>
        </p:nvSpPr>
        <p:spPr>
          <a:xfrm>
            <a:off x="2456941" y="774552"/>
            <a:ext cx="129844" cy="923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sz="600" b="1" dirty="0">
                <a:solidFill>
                  <a:srgbClr val="FFEA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</a:t>
            </a:r>
            <a:r>
              <a:rPr lang="en-US" sz="600" b="1" baseline="30000" dirty="0">
                <a:solidFill>
                  <a:srgbClr val="FFEA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US" sz="600" b="1" dirty="0">
              <a:solidFill>
                <a:srgbClr val="FFEA9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5641E10-E80B-83C3-885E-023A4FA97A1D}"/>
              </a:ext>
            </a:extLst>
          </p:cNvPr>
          <p:cNvSpPr txBox="1"/>
          <p:nvPr/>
        </p:nvSpPr>
        <p:spPr>
          <a:xfrm>
            <a:off x="-48396" y="222497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42B81E4-7756-53DA-81CE-BAFDFF811EFE}"/>
              </a:ext>
            </a:extLst>
          </p:cNvPr>
          <p:cNvSpPr txBox="1"/>
          <p:nvPr/>
        </p:nvSpPr>
        <p:spPr>
          <a:xfrm>
            <a:off x="-50800" y="1275099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D9DC492-9DCB-E8A6-021F-EDD699E937EB}"/>
              </a:ext>
            </a:extLst>
          </p:cNvPr>
          <p:cNvSpPr txBox="1"/>
          <p:nvPr/>
        </p:nvSpPr>
        <p:spPr>
          <a:xfrm>
            <a:off x="1247968" y="224664"/>
            <a:ext cx="242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B5BBF06-A0BD-5199-69D6-47441E281F63}"/>
              </a:ext>
            </a:extLst>
          </p:cNvPr>
          <p:cNvSpPr txBox="1"/>
          <p:nvPr/>
        </p:nvSpPr>
        <p:spPr>
          <a:xfrm>
            <a:off x="1247967" y="1279788"/>
            <a:ext cx="2423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DF81ADF-4606-7F5A-2ABB-BE59D33CBB01}"/>
              </a:ext>
            </a:extLst>
          </p:cNvPr>
          <p:cNvSpPr txBox="1"/>
          <p:nvPr/>
        </p:nvSpPr>
        <p:spPr>
          <a:xfrm>
            <a:off x="2622774" y="217932"/>
            <a:ext cx="2423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6B545AD-69E2-DD4F-B8A3-7C48D80A2494}"/>
              </a:ext>
            </a:extLst>
          </p:cNvPr>
          <p:cNvSpPr txBox="1"/>
          <p:nvPr/>
        </p:nvSpPr>
        <p:spPr>
          <a:xfrm>
            <a:off x="2622774" y="1279788"/>
            <a:ext cx="2423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B433CC-230E-FA3F-11A0-671EECB6CB5C}"/>
              </a:ext>
            </a:extLst>
          </p:cNvPr>
          <p:cNvSpPr txBox="1"/>
          <p:nvPr/>
        </p:nvSpPr>
        <p:spPr>
          <a:xfrm>
            <a:off x="-70193" y="-48611"/>
            <a:ext cx="7473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Figure 4</a:t>
            </a:r>
          </a:p>
        </p:txBody>
      </p:sp>
    </p:spTree>
    <p:extLst>
      <p:ext uri="{BB962C8B-B14F-4D97-AF65-F5344CB8AC3E}">
        <p14:creationId xmlns:p14="http://schemas.microsoft.com/office/powerpoint/2010/main" val="3210571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</TotalTime>
  <Words>33</Words>
  <Application>Microsoft Macintosh PowerPoint</Application>
  <PresentationFormat>Custom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Scott, Carly Brielle</dc:creator>
  <cp:lastModifiedBy>Scott, Carly Brielle</cp:lastModifiedBy>
  <cp:revision>12</cp:revision>
  <dcterms:created xsi:type="dcterms:W3CDTF">2026-08-13T15:23:50Z</dcterms:created>
  <dcterms:modified xsi:type="dcterms:W3CDTF">2026-09-03T21:49:34Z</dcterms:modified>
</cp:coreProperties>
</file>