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3"/>
  </p:notesMasterIdLst>
  <p:sldIdLst>
    <p:sldId id="256" r:id="rId2"/>
  </p:sldIdLst>
  <p:sldSz cx="5943600" cy="1828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78"/>
    <p:restoredTop sz="94343"/>
  </p:normalViewPr>
  <p:slideViewPr>
    <p:cSldViewPr snapToGrid="0">
      <p:cViewPr>
        <p:scale>
          <a:sx n="190" d="100"/>
          <a:sy n="190" d="100"/>
        </p:scale>
        <p:origin x="1216" y="6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5D7992-A232-6D40-BD97-6AB4FCF6A1B6}" type="datetimeFigureOut">
              <a:rPr lang="en-US" smtClean="0"/>
              <a:t>8/13/26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585913" y="1143000"/>
            <a:ext cx="10029826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3D36DC-7032-F445-9D14-4DE988F7C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454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73075" rtl="0" eaLnBrk="1" latinLnBrk="0" hangingPunct="1">
      <a:defRPr sz="490" kern="1200">
        <a:solidFill>
          <a:schemeClr val="tx1"/>
        </a:solidFill>
        <a:latin typeface="+mn-lt"/>
        <a:ea typeface="+mn-ea"/>
        <a:cs typeface="+mn-cs"/>
      </a:defRPr>
    </a:lvl1pPr>
    <a:lvl2pPr marL="186538" algn="l" defTabSz="373075" rtl="0" eaLnBrk="1" latinLnBrk="0" hangingPunct="1">
      <a:defRPr sz="490" kern="1200">
        <a:solidFill>
          <a:schemeClr val="tx1"/>
        </a:solidFill>
        <a:latin typeface="+mn-lt"/>
        <a:ea typeface="+mn-ea"/>
        <a:cs typeface="+mn-cs"/>
      </a:defRPr>
    </a:lvl2pPr>
    <a:lvl3pPr marL="373075" algn="l" defTabSz="373075" rtl="0" eaLnBrk="1" latinLnBrk="0" hangingPunct="1">
      <a:defRPr sz="490" kern="1200">
        <a:solidFill>
          <a:schemeClr val="tx1"/>
        </a:solidFill>
        <a:latin typeface="+mn-lt"/>
        <a:ea typeface="+mn-ea"/>
        <a:cs typeface="+mn-cs"/>
      </a:defRPr>
    </a:lvl3pPr>
    <a:lvl4pPr marL="559613" algn="l" defTabSz="373075" rtl="0" eaLnBrk="1" latinLnBrk="0" hangingPunct="1">
      <a:defRPr sz="490" kern="1200">
        <a:solidFill>
          <a:schemeClr val="tx1"/>
        </a:solidFill>
        <a:latin typeface="+mn-lt"/>
        <a:ea typeface="+mn-ea"/>
        <a:cs typeface="+mn-cs"/>
      </a:defRPr>
    </a:lvl4pPr>
    <a:lvl5pPr marL="746150" algn="l" defTabSz="373075" rtl="0" eaLnBrk="1" latinLnBrk="0" hangingPunct="1">
      <a:defRPr sz="490" kern="1200">
        <a:solidFill>
          <a:schemeClr val="tx1"/>
        </a:solidFill>
        <a:latin typeface="+mn-lt"/>
        <a:ea typeface="+mn-ea"/>
        <a:cs typeface="+mn-cs"/>
      </a:defRPr>
    </a:lvl5pPr>
    <a:lvl6pPr marL="932688" algn="l" defTabSz="373075" rtl="0" eaLnBrk="1" latinLnBrk="0" hangingPunct="1">
      <a:defRPr sz="490" kern="1200">
        <a:solidFill>
          <a:schemeClr val="tx1"/>
        </a:solidFill>
        <a:latin typeface="+mn-lt"/>
        <a:ea typeface="+mn-ea"/>
        <a:cs typeface="+mn-cs"/>
      </a:defRPr>
    </a:lvl6pPr>
    <a:lvl7pPr marL="1119226" algn="l" defTabSz="373075" rtl="0" eaLnBrk="1" latinLnBrk="0" hangingPunct="1">
      <a:defRPr sz="490" kern="1200">
        <a:solidFill>
          <a:schemeClr val="tx1"/>
        </a:solidFill>
        <a:latin typeface="+mn-lt"/>
        <a:ea typeface="+mn-ea"/>
        <a:cs typeface="+mn-cs"/>
      </a:defRPr>
    </a:lvl7pPr>
    <a:lvl8pPr marL="1305763" algn="l" defTabSz="373075" rtl="0" eaLnBrk="1" latinLnBrk="0" hangingPunct="1">
      <a:defRPr sz="490" kern="1200">
        <a:solidFill>
          <a:schemeClr val="tx1"/>
        </a:solidFill>
        <a:latin typeface="+mn-lt"/>
        <a:ea typeface="+mn-ea"/>
        <a:cs typeface="+mn-cs"/>
      </a:defRPr>
    </a:lvl8pPr>
    <a:lvl9pPr marL="1492301" algn="l" defTabSz="373075" rtl="0" eaLnBrk="1" latinLnBrk="0" hangingPunct="1">
      <a:defRPr sz="49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585913" y="1143000"/>
            <a:ext cx="10029826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3D36DC-7032-F445-9D14-4DE988F7C93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0278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299297"/>
            <a:ext cx="4457700" cy="636693"/>
          </a:xfrm>
        </p:spPr>
        <p:txBody>
          <a:bodyPr anchor="b"/>
          <a:lstStyle>
            <a:lvl1pPr algn="ctr"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2950" y="960543"/>
            <a:ext cx="4457700" cy="441537"/>
          </a:xfrm>
        </p:spPr>
        <p:txBody>
          <a:bodyPr/>
          <a:lstStyle>
            <a:lvl1pPr marL="0" indent="0" algn="ctr">
              <a:buNone/>
              <a:defRPr sz="640"/>
            </a:lvl1pPr>
            <a:lvl2pPr marL="121935" indent="0" algn="ctr">
              <a:buNone/>
              <a:defRPr sz="533"/>
            </a:lvl2pPr>
            <a:lvl3pPr marL="243870" indent="0" algn="ctr">
              <a:buNone/>
              <a:defRPr sz="480"/>
            </a:lvl3pPr>
            <a:lvl4pPr marL="365806" indent="0" algn="ctr">
              <a:buNone/>
              <a:defRPr sz="427"/>
            </a:lvl4pPr>
            <a:lvl5pPr marL="487741" indent="0" algn="ctr">
              <a:buNone/>
              <a:defRPr sz="427"/>
            </a:lvl5pPr>
            <a:lvl6pPr marL="609676" indent="0" algn="ctr">
              <a:buNone/>
              <a:defRPr sz="427"/>
            </a:lvl6pPr>
            <a:lvl7pPr marL="731611" indent="0" algn="ctr">
              <a:buNone/>
              <a:defRPr sz="427"/>
            </a:lvl7pPr>
            <a:lvl8pPr marL="853547" indent="0" algn="ctr">
              <a:buNone/>
              <a:defRPr sz="427"/>
            </a:lvl8pPr>
            <a:lvl9pPr marL="975482" indent="0" algn="ctr">
              <a:buNone/>
              <a:defRPr sz="42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5B6C1-B60A-6441-9DBC-B9F3BF12F2D8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6C13D-0E06-564C-B834-7E76A3A64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767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5B6C1-B60A-6441-9DBC-B9F3BF12F2D8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6C13D-0E06-564C-B834-7E76A3A64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450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527" y="455930"/>
            <a:ext cx="5126355" cy="76073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5527" y="1223857"/>
            <a:ext cx="5126355" cy="400050"/>
          </a:xfrm>
        </p:spPr>
        <p:txBody>
          <a:bodyPr/>
          <a:lstStyle>
            <a:lvl1pPr marL="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1pPr>
            <a:lvl2pPr marL="121935" indent="0">
              <a:buNone/>
              <a:defRPr sz="533">
                <a:solidFill>
                  <a:schemeClr val="tx1">
                    <a:tint val="82000"/>
                  </a:schemeClr>
                </a:solidFill>
              </a:defRPr>
            </a:lvl2pPr>
            <a:lvl3pPr marL="243870" indent="0">
              <a:buNone/>
              <a:defRPr sz="480">
                <a:solidFill>
                  <a:schemeClr val="tx1">
                    <a:tint val="82000"/>
                  </a:schemeClr>
                </a:solidFill>
              </a:defRPr>
            </a:lvl3pPr>
            <a:lvl4pPr marL="365806" indent="0">
              <a:buNone/>
              <a:defRPr sz="427">
                <a:solidFill>
                  <a:schemeClr val="tx1">
                    <a:tint val="82000"/>
                  </a:schemeClr>
                </a:solidFill>
              </a:defRPr>
            </a:lvl4pPr>
            <a:lvl5pPr marL="487741" indent="0">
              <a:buNone/>
              <a:defRPr sz="427">
                <a:solidFill>
                  <a:schemeClr val="tx1">
                    <a:tint val="82000"/>
                  </a:schemeClr>
                </a:solidFill>
              </a:defRPr>
            </a:lvl5pPr>
            <a:lvl6pPr marL="609676" indent="0">
              <a:buNone/>
              <a:defRPr sz="427">
                <a:solidFill>
                  <a:schemeClr val="tx1">
                    <a:tint val="82000"/>
                  </a:schemeClr>
                </a:solidFill>
              </a:defRPr>
            </a:lvl6pPr>
            <a:lvl7pPr marL="731611" indent="0">
              <a:buNone/>
              <a:defRPr sz="427">
                <a:solidFill>
                  <a:schemeClr val="tx1">
                    <a:tint val="82000"/>
                  </a:schemeClr>
                </a:solidFill>
              </a:defRPr>
            </a:lvl7pPr>
            <a:lvl8pPr marL="853547" indent="0">
              <a:buNone/>
              <a:defRPr sz="427">
                <a:solidFill>
                  <a:schemeClr val="tx1">
                    <a:tint val="82000"/>
                  </a:schemeClr>
                </a:solidFill>
              </a:defRPr>
            </a:lvl8pPr>
            <a:lvl9pPr marL="975482" indent="0">
              <a:buNone/>
              <a:defRPr sz="42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5B6C1-B60A-6441-9DBC-B9F3BF12F2D8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6C13D-0E06-564C-B834-7E76A3A64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704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8623" y="486833"/>
            <a:ext cx="2526030" cy="116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08948" y="486833"/>
            <a:ext cx="2526030" cy="116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5B6C1-B60A-6441-9DBC-B9F3BF12F2D8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6C13D-0E06-564C-B834-7E76A3A64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651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97367"/>
            <a:ext cx="5126355" cy="35348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9397" y="448310"/>
            <a:ext cx="2514421" cy="219710"/>
          </a:xfrm>
        </p:spPr>
        <p:txBody>
          <a:bodyPr anchor="b"/>
          <a:lstStyle>
            <a:lvl1pPr marL="0" indent="0">
              <a:buNone/>
              <a:defRPr sz="640" b="1"/>
            </a:lvl1pPr>
            <a:lvl2pPr marL="121935" indent="0">
              <a:buNone/>
              <a:defRPr sz="533" b="1"/>
            </a:lvl2pPr>
            <a:lvl3pPr marL="243870" indent="0">
              <a:buNone/>
              <a:defRPr sz="480" b="1"/>
            </a:lvl3pPr>
            <a:lvl4pPr marL="365806" indent="0">
              <a:buNone/>
              <a:defRPr sz="427" b="1"/>
            </a:lvl4pPr>
            <a:lvl5pPr marL="487741" indent="0">
              <a:buNone/>
              <a:defRPr sz="427" b="1"/>
            </a:lvl5pPr>
            <a:lvl6pPr marL="609676" indent="0">
              <a:buNone/>
              <a:defRPr sz="427" b="1"/>
            </a:lvl6pPr>
            <a:lvl7pPr marL="731611" indent="0">
              <a:buNone/>
              <a:defRPr sz="427" b="1"/>
            </a:lvl7pPr>
            <a:lvl8pPr marL="853547" indent="0">
              <a:buNone/>
              <a:defRPr sz="427" b="1"/>
            </a:lvl8pPr>
            <a:lvl9pPr marL="975482" indent="0">
              <a:buNone/>
              <a:defRPr sz="42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9397" y="668020"/>
            <a:ext cx="2514421" cy="9825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08948" y="448310"/>
            <a:ext cx="2526804" cy="219710"/>
          </a:xfrm>
        </p:spPr>
        <p:txBody>
          <a:bodyPr anchor="b"/>
          <a:lstStyle>
            <a:lvl1pPr marL="0" indent="0">
              <a:buNone/>
              <a:defRPr sz="640" b="1"/>
            </a:lvl1pPr>
            <a:lvl2pPr marL="121935" indent="0">
              <a:buNone/>
              <a:defRPr sz="533" b="1"/>
            </a:lvl2pPr>
            <a:lvl3pPr marL="243870" indent="0">
              <a:buNone/>
              <a:defRPr sz="480" b="1"/>
            </a:lvl3pPr>
            <a:lvl4pPr marL="365806" indent="0">
              <a:buNone/>
              <a:defRPr sz="427" b="1"/>
            </a:lvl4pPr>
            <a:lvl5pPr marL="487741" indent="0">
              <a:buNone/>
              <a:defRPr sz="427" b="1"/>
            </a:lvl5pPr>
            <a:lvl6pPr marL="609676" indent="0">
              <a:buNone/>
              <a:defRPr sz="427" b="1"/>
            </a:lvl6pPr>
            <a:lvl7pPr marL="731611" indent="0">
              <a:buNone/>
              <a:defRPr sz="427" b="1"/>
            </a:lvl7pPr>
            <a:lvl8pPr marL="853547" indent="0">
              <a:buNone/>
              <a:defRPr sz="427" b="1"/>
            </a:lvl8pPr>
            <a:lvl9pPr marL="975482" indent="0">
              <a:buNone/>
              <a:defRPr sz="42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08948" y="668020"/>
            <a:ext cx="2526804" cy="9825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5B6C1-B60A-6441-9DBC-B9F3BF12F2D8}" type="datetimeFigureOut">
              <a:rPr lang="en-US" smtClean="0"/>
              <a:t>8/13/26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6C13D-0E06-564C-B834-7E76A3A64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596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5B6C1-B60A-6441-9DBC-B9F3BF12F2D8}" type="datetimeFigureOut">
              <a:rPr lang="en-US" smtClean="0"/>
              <a:t>8/13/26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6C13D-0E06-564C-B834-7E76A3A64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335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5B6C1-B60A-6441-9DBC-B9F3BF12F2D8}" type="datetimeFigureOut">
              <a:rPr lang="en-US" smtClean="0"/>
              <a:t>8/13/26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6C13D-0E06-564C-B834-7E76A3A64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243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121920"/>
            <a:ext cx="1916966" cy="426720"/>
          </a:xfrm>
        </p:spPr>
        <p:txBody>
          <a:bodyPr anchor="b"/>
          <a:lstStyle>
            <a:lvl1pPr>
              <a:defRPr sz="85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6804" y="263314"/>
            <a:ext cx="3008948" cy="1299633"/>
          </a:xfrm>
        </p:spPr>
        <p:txBody>
          <a:bodyPr/>
          <a:lstStyle>
            <a:lvl1pPr>
              <a:defRPr sz="853"/>
            </a:lvl1pPr>
            <a:lvl2pPr>
              <a:defRPr sz="747"/>
            </a:lvl2pPr>
            <a:lvl3pPr>
              <a:defRPr sz="640"/>
            </a:lvl3pPr>
            <a:lvl4pPr>
              <a:defRPr sz="533"/>
            </a:lvl4pPr>
            <a:lvl5pPr>
              <a:defRPr sz="533"/>
            </a:lvl5pPr>
            <a:lvl6pPr>
              <a:defRPr sz="533"/>
            </a:lvl6pPr>
            <a:lvl7pPr>
              <a:defRPr sz="533"/>
            </a:lvl7pPr>
            <a:lvl8pPr>
              <a:defRPr sz="533"/>
            </a:lvl8pPr>
            <a:lvl9pPr>
              <a:defRPr sz="5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397" y="548640"/>
            <a:ext cx="1916966" cy="1016423"/>
          </a:xfrm>
        </p:spPr>
        <p:txBody>
          <a:bodyPr/>
          <a:lstStyle>
            <a:lvl1pPr marL="0" indent="0">
              <a:buNone/>
              <a:defRPr sz="427"/>
            </a:lvl1pPr>
            <a:lvl2pPr marL="121935" indent="0">
              <a:buNone/>
              <a:defRPr sz="373"/>
            </a:lvl2pPr>
            <a:lvl3pPr marL="243870" indent="0">
              <a:buNone/>
              <a:defRPr sz="320"/>
            </a:lvl3pPr>
            <a:lvl4pPr marL="365806" indent="0">
              <a:buNone/>
              <a:defRPr sz="267"/>
            </a:lvl4pPr>
            <a:lvl5pPr marL="487741" indent="0">
              <a:buNone/>
              <a:defRPr sz="267"/>
            </a:lvl5pPr>
            <a:lvl6pPr marL="609676" indent="0">
              <a:buNone/>
              <a:defRPr sz="267"/>
            </a:lvl6pPr>
            <a:lvl7pPr marL="731611" indent="0">
              <a:buNone/>
              <a:defRPr sz="267"/>
            </a:lvl7pPr>
            <a:lvl8pPr marL="853547" indent="0">
              <a:buNone/>
              <a:defRPr sz="267"/>
            </a:lvl8pPr>
            <a:lvl9pPr marL="975482" indent="0">
              <a:buNone/>
              <a:defRPr sz="2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5B6C1-B60A-6441-9DBC-B9F3BF12F2D8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6C13D-0E06-564C-B834-7E76A3A64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457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121920"/>
            <a:ext cx="1916966" cy="426720"/>
          </a:xfrm>
        </p:spPr>
        <p:txBody>
          <a:bodyPr anchor="b"/>
          <a:lstStyle>
            <a:lvl1pPr>
              <a:defRPr sz="85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26804" y="263314"/>
            <a:ext cx="3008948" cy="1299633"/>
          </a:xfrm>
        </p:spPr>
        <p:txBody>
          <a:bodyPr anchor="t"/>
          <a:lstStyle>
            <a:lvl1pPr marL="0" indent="0">
              <a:buNone/>
              <a:defRPr sz="853"/>
            </a:lvl1pPr>
            <a:lvl2pPr marL="121935" indent="0">
              <a:buNone/>
              <a:defRPr sz="747"/>
            </a:lvl2pPr>
            <a:lvl3pPr marL="243870" indent="0">
              <a:buNone/>
              <a:defRPr sz="640"/>
            </a:lvl3pPr>
            <a:lvl4pPr marL="365806" indent="0">
              <a:buNone/>
              <a:defRPr sz="533"/>
            </a:lvl4pPr>
            <a:lvl5pPr marL="487741" indent="0">
              <a:buNone/>
              <a:defRPr sz="533"/>
            </a:lvl5pPr>
            <a:lvl6pPr marL="609676" indent="0">
              <a:buNone/>
              <a:defRPr sz="533"/>
            </a:lvl6pPr>
            <a:lvl7pPr marL="731611" indent="0">
              <a:buNone/>
              <a:defRPr sz="533"/>
            </a:lvl7pPr>
            <a:lvl8pPr marL="853547" indent="0">
              <a:buNone/>
              <a:defRPr sz="533"/>
            </a:lvl8pPr>
            <a:lvl9pPr marL="975482" indent="0">
              <a:buNone/>
              <a:defRPr sz="5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397" y="548640"/>
            <a:ext cx="1916966" cy="1016423"/>
          </a:xfrm>
        </p:spPr>
        <p:txBody>
          <a:bodyPr/>
          <a:lstStyle>
            <a:lvl1pPr marL="0" indent="0">
              <a:buNone/>
              <a:defRPr sz="427"/>
            </a:lvl1pPr>
            <a:lvl2pPr marL="121935" indent="0">
              <a:buNone/>
              <a:defRPr sz="373"/>
            </a:lvl2pPr>
            <a:lvl3pPr marL="243870" indent="0">
              <a:buNone/>
              <a:defRPr sz="320"/>
            </a:lvl3pPr>
            <a:lvl4pPr marL="365806" indent="0">
              <a:buNone/>
              <a:defRPr sz="267"/>
            </a:lvl4pPr>
            <a:lvl5pPr marL="487741" indent="0">
              <a:buNone/>
              <a:defRPr sz="267"/>
            </a:lvl5pPr>
            <a:lvl6pPr marL="609676" indent="0">
              <a:buNone/>
              <a:defRPr sz="267"/>
            </a:lvl6pPr>
            <a:lvl7pPr marL="731611" indent="0">
              <a:buNone/>
              <a:defRPr sz="267"/>
            </a:lvl7pPr>
            <a:lvl8pPr marL="853547" indent="0">
              <a:buNone/>
              <a:defRPr sz="267"/>
            </a:lvl8pPr>
            <a:lvl9pPr marL="975482" indent="0">
              <a:buNone/>
              <a:defRPr sz="2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5B6C1-B60A-6441-9DBC-B9F3BF12F2D8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6C13D-0E06-564C-B834-7E76A3A64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159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5B6C1-B60A-6441-9DBC-B9F3BF12F2D8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6C13D-0E06-564C-B834-7E76A3A64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253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253389" y="97367"/>
            <a:ext cx="1281589" cy="154982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8623" y="97367"/>
            <a:ext cx="3770471" cy="154982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5B6C1-B60A-6441-9DBC-B9F3BF12F2D8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6C13D-0E06-564C-B834-7E76A3A64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780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8623" y="97367"/>
            <a:ext cx="5126355" cy="353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8623" y="486833"/>
            <a:ext cx="5126355" cy="11603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08622" y="1695027"/>
            <a:ext cx="1337310" cy="9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85B6C1-B60A-6441-9DBC-B9F3BF12F2D8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68818" y="1695027"/>
            <a:ext cx="2005965" cy="9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197668" y="1695027"/>
            <a:ext cx="1337310" cy="9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B6C13D-0E06-564C-B834-7E76A3A64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268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243870" rtl="0" eaLnBrk="1" latinLnBrk="0" hangingPunct="1">
        <a:lnSpc>
          <a:spcPct val="90000"/>
        </a:lnSpc>
        <a:spcBef>
          <a:spcPct val="0"/>
        </a:spcBef>
        <a:buNone/>
        <a:defRPr sz="117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968" indent="-60968" algn="l" defTabSz="24387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747" kern="1200">
          <a:solidFill>
            <a:schemeClr val="tx1"/>
          </a:solidFill>
          <a:latin typeface="+mn-lt"/>
          <a:ea typeface="+mn-ea"/>
          <a:cs typeface="+mn-cs"/>
        </a:defRPr>
      </a:lvl1pPr>
      <a:lvl2pPr marL="182903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640" kern="1200">
          <a:solidFill>
            <a:schemeClr val="tx1"/>
          </a:solidFill>
          <a:latin typeface="+mn-lt"/>
          <a:ea typeface="+mn-ea"/>
          <a:cs typeface="+mn-cs"/>
        </a:defRPr>
      </a:lvl2pPr>
      <a:lvl3pPr marL="304838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533" kern="1200">
          <a:solidFill>
            <a:schemeClr val="tx1"/>
          </a:solidFill>
          <a:latin typeface="+mn-lt"/>
          <a:ea typeface="+mn-ea"/>
          <a:cs typeface="+mn-cs"/>
        </a:defRPr>
      </a:lvl3pPr>
      <a:lvl4pPr marL="426773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4pPr>
      <a:lvl5pPr marL="548709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5pPr>
      <a:lvl6pPr marL="670644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6pPr>
      <a:lvl7pPr marL="792579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7pPr>
      <a:lvl8pPr marL="914514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8pPr>
      <a:lvl9pPr marL="1036450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1pPr>
      <a:lvl2pPr marL="121935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2pPr>
      <a:lvl3pPr marL="243870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3pPr>
      <a:lvl4pPr marL="365806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4pPr>
      <a:lvl5pPr marL="487741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5pPr>
      <a:lvl6pPr marL="609676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6pPr>
      <a:lvl7pPr marL="731611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7pPr>
      <a:lvl8pPr marL="853547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8pPr>
      <a:lvl9pPr marL="975482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emf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848F4B9-3290-764D-FEB8-7D3C2ADD6F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0" y="0"/>
            <a:ext cx="1981200" cy="1828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BF96A74-53F7-E82A-D9B4-6254517F77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1200" y="0"/>
            <a:ext cx="1981200" cy="18288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08F75A5-3843-7023-1C63-797E37A715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9812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332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</TotalTime>
  <Words>1</Words>
  <Application>Microsoft Macintosh PowerPoint</Application>
  <PresentationFormat>Custom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Scott, Carly Brielle</dc:creator>
  <cp:lastModifiedBy>Scott, Carly Brielle</cp:lastModifiedBy>
  <cp:revision>2</cp:revision>
  <dcterms:created xsi:type="dcterms:W3CDTF">2026-08-13T16:59:10Z</dcterms:created>
  <dcterms:modified xsi:type="dcterms:W3CDTF">2026-08-13T17:07:04Z</dcterms:modified>
</cp:coreProperties>
</file>