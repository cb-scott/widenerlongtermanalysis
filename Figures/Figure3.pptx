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3"/>
  </p:notesMasterIdLst>
  <p:sldIdLst>
    <p:sldId id="256" r:id="rId2"/>
  </p:sldIdLst>
  <p:sldSz cx="11430000" cy="4114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53"/>
    <p:restoredTop sz="94260"/>
  </p:normalViewPr>
  <p:slideViewPr>
    <p:cSldViewPr snapToGrid="0">
      <p:cViewPr varScale="1">
        <p:scale>
          <a:sx n="130" d="100"/>
          <a:sy n="130" d="100"/>
        </p:scale>
        <p:origin x="192" y="9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5D7992-A232-6D40-BD97-6AB4FCF6A1B6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857250" y="1143000"/>
            <a:ext cx="8572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3D36DC-7032-F445-9D14-4DE988F7C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454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24810" rtl="0" eaLnBrk="1" latinLnBrk="0" hangingPunct="1">
      <a:defRPr sz="952" kern="1200">
        <a:solidFill>
          <a:schemeClr val="tx1"/>
        </a:solidFill>
        <a:latin typeface="+mn-lt"/>
        <a:ea typeface="+mn-ea"/>
        <a:cs typeface="+mn-cs"/>
      </a:defRPr>
    </a:lvl1pPr>
    <a:lvl2pPr marL="362406" algn="l" defTabSz="724810" rtl="0" eaLnBrk="1" latinLnBrk="0" hangingPunct="1">
      <a:defRPr sz="952" kern="1200">
        <a:solidFill>
          <a:schemeClr val="tx1"/>
        </a:solidFill>
        <a:latin typeface="+mn-lt"/>
        <a:ea typeface="+mn-ea"/>
        <a:cs typeface="+mn-cs"/>
      </a:defRPr>
    </a:lvl2pPr>
    <a:lvl3pPr marL="724810" algn="l" defTabSz="724810" rtl="0" eaLnBrk="1" latinLnBrk="0" hangingPunct="1">
      <a:defRPr sz="952" kern="1200">
        <a:solidFill>
          <a:schemeClr val="tx1"/>
        </a:solidFill>
        <a:latin typeface="+mn-lt"/>
        <a:ea typeface="+mn-ea"/>
        <a:cs typeface="+mn-cs"/>
      </a:defRPr>
    </a:lvl3pPr>
    <a:lvl4pPr marL="1087216" algn="l" defTabSz="724810" rtl="0" eaLnBrk="1" latinLnBrk="0" hangingPunct="1">
      <a:defRPr sz="952" kern="1200">
        <a:solidFill>
          <a:schemeClr val="tx1"/>
        </a:solidFill>
        <a:latin typeface="+mn-lt"/>
        <a:ea typeface="+mn-ea"/>
        <a:cs typeface="+mn-cs"/>
      </a:defRPr>
    </a:lvl4pPr>
    <a:lvl5pPr marL="1449620" algn="l" defTabSz="724810" rtl="0" eaLnBrk="1" latinLnBrk="0" hangingPunct="1">
      <a:defRPr sz="952" kern="1200">
        <a:solidFill>
          <a:schemeClr val="tx1"/>
        </a:solidFill>
        <a:latin typeface="+mn-lt"/>
        <a:ea typeface="+mn-ea"/>
        <a:cs typeface="+mn-cs"/>
      </a:defRPr>
    </a:lvl5pPr>
    <a:lvl6pPr marL="1812026" algn="l" defTabSz="724810" rtl="0" eaLnBrk="1" latinLnBrk="0" hangingPunct="1">
      <a:defRPr sz="952" kern="1200">
        <a:solidFill>
          <a:schemeClr val="tx1"/>
        </a:solidFill>
        <a:latin typeface="+mn-lt"/>
        <a:ea typeface="+mn-ea"/>
        <a:cs typeface="+mn-cs"/>
      </a:defRPr>
    </a:lvl6pPr>
    <a:lvl7pPr marL="2174432" algn="l" defTabSz="724810" rtl="0" eaLnBrk="1" latinLnBrk="0" hangingPunct="1">
      <a:defRPr sz="952" kern="1200">
        <a:solidFill>
          <a:schemeClr val="tx1"/>
        </a:solidFill>
        <a:latin typeface="+mn-lt"/>
        <a:ea typeface="+mn-ea"/>
        <a:cs typeface="+mn-cs"/>
      </a:defRPr>
    </a:lvl7pPr>
    <a:lvl8pPr marL="2536836" algn="l" defTabSz="724810" rtl="0" eaLnBrk="1" latinLnBrk="0" hangingPunct="1">
      <a:defRPr sz="952" kern="1200">
        <a:solidFill>
          <a:schemeClr val="tx1"/>
        </a:solidFill>
        <a:latin typeface="+mn-lt"/>
        <a:ea typeface="+mn-ea"/>
        <a:cs typeface="+mn-cs"/>
      </a:defRPr>
    </a:lvl8pPr>
    <a:lvl9pPr marL="2899242" algn="l" defTabSz="724810" rtl="0" eaLnBrk="1" latinLnBrk="0" hangingPunct="1">
      <a:defRPr sz="95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857250" y="1143000"/>
            <a:ext cx="85725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3D36DC-7032-F445-9D14-4DE988F7C93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027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28750" y="673418"/>
            <a:ext cx="8572500" cy="1432560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28750" y="2161223"/>
            <a:ext cx="8572500" cy="993457"/>
          </a:xfrm>
        </p:spPr>
        <p:txBody>
          <a:bodyPr/>
          <a:lstStyle>
            <a:lvl1pPr marL="0" indent="0" algn="ctr">
              <a:buNone/>
              <a:defRPr sz="1440"/>
            </a:lvl1pPr>
            <a:lvl2pPr marL="274320" indent="0" algn="ctr">
              <a:buNone/>
              <a:defRPr sz="1200"/>
            </a:lvl2pPr>
            <a:lvl3pPr marL="548640" indent="0" algn="ctr">
              <a:buNone/>
              <a:defRPr sz="1080"/>
            </a:lvl3pPr>
            <a:lvl4pPr marL="822960" indent="0" algn="ctr">
              <a:buNone/>
              <a:defRPr sz="960"/>
            </a:lvl4pPr>
            <a:lvl5pPr marL="1097280" indent="0" algn="ctr">
              <a:buNone/>
              <a:defRPr sz="960"/>
            </a:lvl5pPr>
            <a:lvl6pPr marL="1371600" indent="0" algn="ctr">
              <a:buNone/>
              <a:defRPr sz="960"/>
            </a:lvl6pPr>
            <a:lvl7pPr marL="1645920" indent="0" algn="ctr">
              <a:buNone/>
              <a:defRPr sz="960"/>
            </a:lvl7pPr>
            <a:lvl8pPr marL="1920240" indent="0" algn="ctr">
              <a:buNone/>
              <a:defRPr sz="960"/>
            </a:lvl8pPr>
            <a:lvl9pPr marL="2194560" indent="0" algn="ctr">
              <a:buNone/>
              <a:defRPr sz="9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B6C1-B60A-6441-9DBC-B9F3BF12F2D8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C13D-0E06-564C-B834-7E76A3A64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811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B6C1-B60A-6441-9DBC-B9F3BF12F2D8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C13D-0E06-564C-B834-7E76A3A64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273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859" y="1025843"/>
            <a:ext cx="9858375" cy="1711642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9859" y="2753678"/>
            <a:ext cx="9858375" cy="900112"/>
          </a:xfrm>
        </p:spPr>
        <p:txBody>
          <a:bodyPr/>
          <a:lstStyle>
            <a:lvl1pPr marL="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1pPr>
            <a:lvl2pPr marL="27432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2pPr>
            <a:lvl3pPr marL="548640" indent="0">
              <a:buNone/>
              <a:defRPr sz="1080">
                <a:solidFill>
                  <a:schemeClr val="tx1">
                    <a:tint val="82000"/>
                  </a:schemeClr>
                </a:solidFill>
              </a:defRPr>
            </a:lvl3pPr>
            <a:lvl4pPr marL="82296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4pPr>
            <a:lvl5pPr marL="109728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5pPr>
            <a:lvl6pPr marL="137160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6pPr>
            <a:lvl7pPr marL="164592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7pPr>
            <a:lvl8pPr marL="192024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8pPr>
            <a:lvl9pPr marL="219456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B6C1-B60A-6441-9DBC-B9F3BF12F2D8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C13D-0E06-564C-B834-7E76A3A64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183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5813" y="1095375"/>
            <a:ext cx="4857750" cy="2610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86438" y="1095375"/>
            <a:ext cx="4857750" cy="2610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B6C1-B60A-6441-9DBC-B9F3BF12F2D8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C13D-0E06-564C-B834-7E76A3A64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47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301" y="219075"/>
            <a:ext cx="9858375" cy="7953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7302" y="1008698"/>
            <a:ext cx="4835425" cy="494347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7302" y="1503045"/>
            <a:ext cx="4835425" cy="22107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786437" y="1008698"/>
            <a:ext cx="4859239" cy="494347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786437" y="1503045"/>
            <a:ext cx="4859239" cy="22107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B6C1-B60A-6441-9DBC-B9F3BF12F2D8}" type="datetimeFigureOut">
              <a:rPr lang="en-US" smtClean="0"/>
              <a:t>9/3/26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C13D-0E06-564C-B834-7E76A3A64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160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B6C1-B60A-6441-9DBC-B9F3BF12F2D8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C13D-0E06-564C-B834-7E76A3A64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265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B6C1-B60A-6441-9DBC-B9F3BF12F2D8}" type="datetimeFigureOut">
              <a:rPr lang="en-US" smtClean="0"/>
              <a:t>9/3/26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C13D-0E06-564C-B834-7E76A3A64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390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302" y="274320"/>
            <a:ext cx="3686472" cy="96012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9238" y="592455"/>
            <a:ext cx="5786438" cy="2924175"/>
          </a:xfrm>
        </p:spPr>
        <p:txBody>
          <a:bodyPr/>
          <a:lstStyle>
            <a:lvl1pPr>
              <a:defRPr sz="1920"/>
            </a:lvl1pPr>
            <a:lvl2pPr>
              <a:defRPr sz="1680"/>
            </a:lvl2pPr>
            <a:lvl3pPr>
              <a:defRPr sz="144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7302" y="1234440"/>
            <a:ext cx="3686472" cy="2286953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B6C1-B60A-6441-9DBC-B9F3BF12F2D8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C13D-0E06-564C-B834-7E76A3A64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146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302" y="274320"/>
            <a:ext cx="3686472" cy="96012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59238" y="592455"/>
            <a:ext cx="5786438" cy="2924175"/>
          </a:xfrm>
        </p:spPr>
        <p:txBody>
          <a:bodyPr anchor="t"/>
          <a:lstStyle>
            <a:lvl1pPr marL="0" indent="0">
              <a:buNone/>
              <a:defRPr sz="1920"/>
            </a:lvl1pPr>
            <a:lvl2pPr marL="274320" indent="0">
              <a:buNone/>
              <a:defRPr sz="1680"/>
            </a:lvl2pPr>
            <a:lvl3pPr marL="548640" indent="0">
              <a:buNone/>
              <a:defRPr sz="1440"/>
            </a:lvl3pPr>
            <a:lvl4pPr marL="822960" indent="0">
              <a:buNone/>
              <a:defRPr sz="1200"/>
            </a:lvl4pPr>
            <a:lvl5pPr marL="1097280" indent="0">
              <a:buNone/>
              <a:defRPr sz="1200"/>
            </a:lvl5pPr>
            <a:lvl6pPr marL="1371600" indent="0">
              <a:buNone/>
              <a:defRPr sz="1200"/>
            </a:lvl6pPr>
            <a:lvl7pPr marL="1645920" indent="0">
              <a:buNone/>
              <a:defRPr sz="1200"/>
            </a:lvl7pPr>
            <a:lvl8pPr marL="1920240" indent="0">
              <a:buNone/>
              <a:defRPr sz="1200"/>
            </a:lvl8pPr>
            <a:lvl9pPr marL="219456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7302" y="1234440"/>
            <a:ext cx="3686472" cy="2286953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B6C1-B60A-6441-9DBC-B9F3BF12F2D8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C13D-0E06-564C-B834-7E76A3A64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963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B6C1-B60A-6441-9DBC-B9F3BF12F2D8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C13D-0E06-564C-B834-7E76A3A64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127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79594" y="219075"/>
            <a:ext cx="2464594" cy="348710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5813" y="219075"/>
            <a:ext cx="7250906" cy="34871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B6C1-B60A-6441-9DBC-B9F3BF12F2D8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C13D-0E06-564C-B834-7E76A3A64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518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5813" y="219075"/>
            <a:ext cx="9858375" cy="7953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5813" y="1095375"/>
            <a:ext cx="9858375" cy="2610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5812" y="3813810"/>
            <a:ext cx="2571750" cy="21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85B6C1-B60A-6441-9DBC-B9F3BF12F2D8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86188" y="3813810"/>
            <a:ext cx="3857625" cy="21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2438" y="3813810"/>
            <a:ext cx="2571750" cy="21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B6C13D-0E06-564C-B834-7E76A3A64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66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548640" rtl="0" eaLnBrk="1" latinLnBrk="0" hangingPunct="1">
        <a:lnSpc>
          <a:spcPct val="90000"/>
        </a:lnSpc>
        <a:spcBef>
          <a:spcPct val="0"/>
        </a:spcBef>
        <a:buNone/>
        <a:defRPr sz="2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54864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1945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848F4B9-3290-764D-FEB8-7D3C2ADD6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513381"/>
            <a:ext cx="3810000" cy="351692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BF96A74-53F7-E82A-D9B4-6254517F77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513381"/>
            <a:ext cx="3810000" cy="351692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08F75A5-3843-7023-1C63-797E37A715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3381"/>
            <a:ext cx="3810000" cy="351692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34739C3-041B-7A9D-3226-169CB7178005}"/>
              </a:ext>
            </a:extLst>
          </p:cNvPr>
          <p:cNvSpPr txBox="1"/>
          <p:nvPr/>
        </p:nvSpPr>
        <p:spPr>
          <a:xfrm>
            <a:off x="0" y="513382"/>
            <a:ext cx="293670" cy="3290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8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445C9A-6CE8-95BD-A39D-09761A0102A5}"/>
              </a:ext>
            </a:extLst>
          </p:cNvPr>
          <p:cNvSpPr txBox="1"/>
          <p:nvPr/>
        </p:nvSpPr>
        <p:spPr>
          <a:xfrm>
            <a:off x="3800750" y="513382"/>
            <a:ext cx="304892" cy="3290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8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E0FBF5-9D0E-5BC4-266F-F17A8F1E21C3}"/>
              </a:ext>
            </a:extLst>
          </p:cNvPr>
          <p:cNvSpPr txBox="1"/>
          <p:nvPr/>
        </p:nvSpPr>
        <p:spPr>
          <a:xfrm>
            <a:off x="7629250" y="513382"/>
            <a:ext cx="293670" cy="3290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8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604865-3997-702F-655A-F30BAB5D2F4C}"/>
              </a:ext>
            </a:extLst>
          </p:cNvPr>
          <p:cNvSpPr txBox="1"/>
          <p:nvPr/>
        </p:nvSpPr>
        <p:spPr>
          <a:xfrm>
            <a:off x="-26929" y="-19309"/>
            <a:ext cx="1271502" cy="447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8" dirty="0">
                <a:latin typeface="Arial" panose="020B0604020202020204" pitchFamily="34" charset="0"/>
                <a:cs typeface="Arial" panose="020B0604020202020204" pitchFamily="34" charset="0"/>
              </a:rPr>
              <a:t>Figure 3</a:t>
            </a:r>
          </a:p>
        </p:txBody>
      </p:sp>
    </p:spTree>
    <p:extLst>
      <p:ext uri="{BB962C8B-B14F-4D97-AF65-F5344CB8AC3E}">
        <p14:creationId xmlns:p14="http://schemas.microsoft.com/office/powerpoint/2010/main" val="172533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6965</TotalTime>
  <Words>6</Words>
  <Application>Microsoft Macintosh PowerPoint</Application>
  <PresentationFormat>Custom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Scott, Carly Brielle</dc:creator>
  <cp:lastModifiedBy>Scott, Carly Brielle</cp:lastModifiedBy>
  <cp:revision>6</cp:revision>
  <cp:lastPrinted>2026-09-03T22:37:46Z</cp:lastPrinted>
  <dcterms:created xsi:type="dcterms:W3CDTF">2026-08-13T16:59:10Z</dcterms:created>
  <dcterms:modified xsi:type="dcterms:W3CDTF">2026-09-03T22:45:40Z</dcterms:modified>
</cp:coreProperties>
</file>