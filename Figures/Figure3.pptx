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5943600" cy="1828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3"/>
    <p:restoredTop sz="94227"/>
  </p:normalViewPr>
  <p:slideViewPr>
    <p:cSldViewPr snapToGrid="0">
      <p:cViewPr>
        <p:scale>
          <a:sx n="190" d="100"/>
          <a:sy n="190" d="100"/>
        </p:scale>
        <p:origin x="-2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5D7992-A232-6D40-BD97-6AB4FCF6A1B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585913" y="1143000"/>
            <a:ext cx="100298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D36DC-7032-F445-9D14-4DE988F7C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454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1pPr>
    <a:lvl2pPr marL="186538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2pPr>
    <a:lvl3pPr marL="373075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3pPr>
    <a:lvl4pPr marL="559613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4pPr>
    <a:lvl5pPr marL="746150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5pPr>
    <a:lvl6pPr marL="932688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6pPr>
    <a:lvl7pPr marL="1119226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7pPr>
    <a:lvl8pPr marL="1305763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8pPr>
    <a:lvl9pPr marL="1492301" algn="l" defTabSz="373075" rtl="0" eaLnBrk="1" latinLnBrk="0" hangingPunct="1">
      <a:defRPr sz="49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585913" y="1143000"/>
            <a:ext cx="1002982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3D36DC-7032-F445-9D14-4DE988F7C9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027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99297"/>
            <a:ext cx="4457700" cy="636693"/>
          </a:xfrm>
        </p:spPr>
        <p:txBody>
          <a:bodyPr anchor="b"/>
          <a:lstStyle>
            <a:lvl1pPr algn="ctr"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960543"/>
            <a:ext cx="4457700" cy="441537"/>
          </a:xfrm>
        </p:spPr>
        <p:txBody>
          <a:bodyPr/>
          <a:lstStyle>
            <a:lvl1pPr marL="0" indent="0" algn="ctr">
              <a:buNone/>
              <a:defRPr sz="640"/>
            </a:lvl1pPr>
            <a:lvl2pPr marL="121935" indent="0" algn="ctr">
              <a:buNone/>
              <a:defRPr sz="533"/>
            </a:lvl2pPr>
            <a:lvl3pPr marL="243870" indent="0" algn="ctr">
              <a:buNone/>
              <a:defRPr sz="480"/>
            </a:lvl3pPr>
            <a:lvl4pPr marL="365806" indent="0" algn="ctr">
              <a:buNone/>
              <a:defRPr sz="427"/>
            </a:lvl4pPr>
            <a:lvl5pPr marL="487741" indent="0" algn="ctr">
              <a:buNone/>
              <a:defRPr sz="427"/>
            </a:lvl5pPr>
            <a:lvl6pPr marL="609676" indent="0" algn="ctr">
              <a:buNone/>
              <a:defRPr sz="427"/>
            </a:lvl6pPr>
            <a:lvl7pPr marL="731611" indent="0" algn="ctr">
              <a:buNone/>
              <a:defRPr sz="427"/>
            </a:lvl7pPr>
            <a:lvl8pPr marL="853547" indent="0" algn="ctr">
              <a:buNone/>
              <a:defRPr sz="427"/>
            </a:lvl8pPr>
            <a:lvl9pPr marL="975482" indent="0" algn="ctr">
              <a:buNone/>
              <a:defRPr sz="42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67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45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527" y="455930"/>
            <a:ext cx="5126355" cy="76073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527" y="1223857"/>
            <a:ext cx="5126355" cy="400050"/>
          </a:xfrm>
        </p:spPr>
        <p:txBody>
          <a:bodyPr/>
          <a:lstStyle>
            <a:lvl1pPr marL="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1pPr>
            <a:lvl2pPr marL="121935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2pPr>
            <a:lvl3pPr marL="24387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3pPr>
            <a:lvl4pPr marL="365806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4pPr>
            <a:lvl5pPr marL="487741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5pPr>
            <a:lvl6pPr marL="609676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6pPr>
            <a:lvl7pPr marL="731611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7pPr>
            <a:lvl8pPr marL="853547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8pPr>
            <a:lvl9pPr marL="975482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04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623" y="486833"/>
            <a:ext cx="2526030" cy="116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8948" y="486833"/>
            <a:ext cx="2526030" cy="116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651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97367"/>
            <a:ext cx="5126355" cy="35348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397" y="448310"/>
            <a:ext cx="2514421" cy="219710"/>
          </a:xfrm>
        </p:spPr>
        <p:txBody>
          <a:bodyPr anchor="b"/>
          <a:lstStyle>
            <a:lvl1pPr marL="0" indent="0">
              <a:buNone/>
              <a:defRPr sz="640" b="1"/>
            </a:lvl1pPr>
            <a:lvl2pPr marL="121935" indent="0">
              <a:buNone/>
              <a:defRPr sz="533" b="1"/>
            </a:lvl2pPr>
            <a:lvl3pPr marL="243870" indent="0">
              <a:buNone/>
              <a:defRPr sz="480" b="1"/>
            </a:lvl3pPr>
            <a:lvl4pPr marL="365806" indent="0">
              <a:buNone/>
              <a:defRPr sz="427" b="1"/>
            </a:lvl4pPr>
            <a:lvl5pPr marL="487741" indent="0">
              <a:buNone/>
              <a:defRPr sz="427" b="1"/>
            </a:lvl5pPr>
            <a:lvl6pPr marL="609676" indent="0">
              <a:buNone/>
              <a:defRPr sz="427" b="1"/>
            </a:lvl6pPr>
            <a:lvl7pPr marL="731611" indent="0">
              <a:buNone/>
              <a:defRPr sz="427" b="1"/>
            </a:lvl7pPr>
            <a:lvl8pPr marL="853547" indent="0">
              <a:buNone/>
              <a:defRPr sz="427" b="1"/>
            </a:lvl8pPr>
            <a:lvl9pPr marL="975482" indent="0">
              <a:buNone/>
              <a:defRPr sz="42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397" y="668020"/>
            <a:ext cx="2514421" cy="982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8948" y="448310"/>
            <a:ext cx="2526804" cy="219710"/>
          </a:xfrm>
        </p:spPr>
        <p:txBody>
          <a:bodyPr anchor="b"/>
          <a:lstStyle>
            <a:lvl1pPr marL="0" indent="0">
              <a:buNone/>
              <a:defRPr sz="640" b="1"/>
            </a:lvl1pPr>
            <a:lvl2pPr marL="121935" indent="0">
              <a:buNone/>
              <a:defRPr sz="533" b="1"/>
            </a:lvl2pPr>
            <a:lvl3pPr marL="243870" indent="0">
              <a:buNone/>
              <a:defRPr sz="480" b="1"/>
            </a:lvl3pPr>
            <a:lvl4pPr marL="365806" indent="0">
              <a:buNone/>
              <a:defRPr sz="427" b="1"/>
            </a:lvl4pPr>
            <a:lvl5pPr marL="487741" indent="0">
              <a:buNone/>
              <a:defRPr sz="427" b="1"/>
            </a:lvl5pPr>
            <a:lvl6pPr marL="609676" indent="0">
              <a:buNone/>
              <a:defRPr sz="427" b="1"/>
            </a:lvl6pPr>
            <a:lvl7pPr marL="731611" indent="0">
              <a:buNone/>
              <a:defRPr sz="427" b="1"/>
            </a:lvl7pPr>
            <a:lvl8pPr marL="853547" indent="0">
              <a:buNone/>
              <a:defRPr sz="427" b="1"/>
            </a:lvl8pPr>
            <a:lvl9pPr marL="975482" indent="0">
              <a:buNone/>
              <a:defRPr sz="42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8948" y="668020"/>
            <a:ext cx="2526804" cy="982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9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335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43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121920"/>
            <a:ext cx="1916966" cy="426720"/>
          </a:xfrm>
        </p:spPr>
        <p:txBody>
          <a:bodyPr anchor="b"/>
          <a:lstStyle>
            <a:lvl1pPr>
              <a:defRPr sz="85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6804" y="263314"/>
            <a:ext cx="3008948" cy="1299633"/>
          </a:xfrm>
        </p:spPr>
        <p:txBody>
          <a:bodyPr/>
          <a:lstStyle>
            <a:lvl1pPr>
              <a:defRPr sz="853"/>
            </a:lvl1pPr>
            <a:lvl2pPr>
              <a:defRPr sz="747"/>
            </a:lvl2pPr>
            <a:lvl3pPr>
              <a:defRPr sz="640"/>
            </a:lvl3pPr>
            <a:lvl4pPr>
              <a:defRPr sz="533"/>
            </a:lvl4pPr>
            <a:lvl5pPr>
              <a:defRPr sz="533"/>
            </a:lvl5pPr>
            <a:lvl6pPr>
              <a:defRPr sz="533"/>
            </a:lvl6pPr>
            <a:lvl7pPr>
              <a:defRPr sz="533"/>
            </a:lvl7pPr>
            <a:lvl8pPr>
              <a:defRPr sz="533"/>
            </a:lvl8pPr>
            <a:lvl9pPr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548640"/>
            <a:ext cx="1916966" cy="1016423"/>
          </a:xfrm>
        </p:spPr>
        <p:txBody>
          <a:bodyPr/>
          <a:lstStyle>
            <a:lvl1pPr marL="0" indent="0">
              <a:buNone/>
              <a:defRPr sz="427"/>
            </a:lvl1pPr>
            <a:lvl2pPr marL="121935" indent="0">
              <a:buNone/>
              <a:defRPr sz="373"/>
            </a:lvl2pPr>
            <a:lvl3pPr marL="243870" indent="0">
              <a:buNone/>
              <a:defRPr sz="320"/>
            </a:lvl3pPr>
            <a:lvl4pPr marL="365806" indent="0">
              <a:buNone/>
              <a:defRPr sz="267"/>
            </a:lvl4pPr>
            <a:lvl5pPr marL="487741" indent="0">
              <a:buNone/>
              <a:defRPr sz="267"/>
            </a:lvl5pPr>
            <a:lvl6pPr marL="609676" indent="0">
              <a:buNone/>
              <a:defRPr sz="267"/>
            </a:lvl6pPr>
            <a:lvl7pPr marL="731611" indent="0">
              <a:buNone/>
              <a:defRPr sz="267"/>
            </a:lvl7pPr>
            <a:lvl8pPr marL="853547" indent="0">
              <a:buNone/>
              <a:defRPr sz="267"/>
            </a:lvl8pPr>
            <a:lvl9pPr marL="975482" indent="0">
              <a:buNone/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457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121920"/>
            <a:ext cx="1916966" cy="426720"/>
          </a:xfrm>
        </p:spPr>
        <p:txBody>
          <a:bodyPr anchor="b"/>
          <a:lstStyle>
            <a:lvl1pPr>
              <a:defRPr sz="85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6804" y="263314"/>
            <a:ext cx="3008948" cy="1299633"/>
          </a:xfrm>
        </p:spPr>
        <p:txBody>
          <a:bodyPr anchor="t"/>
          <a:lstStyle>
            <a:lvl1pPr marL="0" indent="0">
              <a:buNone/>
              <a:defRPr sz="853"/>
            </a:lvl1pPr>
            <a:lvl2pPr marL="121935" indent="0">
              <a:buNone/>
              <a:defRPr sz="747"/>
            </a:lvl2pPr>
            <a:lvl3pPr marL="243870" indent="0">
              <a:buNone/>
              <a:defRPr sz="640"/>
            </a:lvl3pPr>
            <a:lvl4pPr marL="365806" indent="0">
              <a:buNone/>
              <a:defRPr sz="533"/>
            </a:lvl4pPr>
            <a:lvl5pPr marL="487741" indent="0">
              <a:buNone/>
              <a:defRPr sz="533"/>
            </a:lvl5pPr>
            <a:lvl6pPr marL="609676" indent="0">
              <a:buNone/>
              <a:defRPr sz="533"/>
            </a:lvl6pPr>
            <a:lvl7pPr marL="731611" indent="0">
              <a:buNone/>
              <a:defRPr sz="533"/>
            </a:lvl7pPr>
            <a:lvl8pPr marL="853547" indent="0">
              <a:buNone/>
              <a:defRPr sz="533"/>
            </a:lvl8pPr>
            <a:lvl9pPr marL="975482" indent="0">
              <a:buNone/>
              <a:defRPr sz="5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548640"/>
            <a:ext cx="1916966" cy="1016423"/>
          </a:xfrm>
        </p:spPr>
        <p:txBody>
          <a:bodyPr/>
          <a:lstStyle>
            <a:lvl1pPr marL="0" indent="0">
              <a:buNone/>
              <a:defRPr sz="427"/>
            </a:lvl1pPr>
            <a:lvl2pPr marL="121935" indent="0">
              <a:buNone/>
              <a:defRPr sz="373"/>
            </a:lvl2pPr>
            <a:lvl3pPr marL="243870" indent="0">
              <a:buNone/>
              <a:defRPr sz="320"/>
            </a:lvl3pPr>
            <a:lvl4pPr marL="365806" indent="0">
              <a:buNone/>
              <a:defRPr sz="267"/>
            </a:lvl4pPr>
            <a:lvl5pPr marL="487741" indent="0">
              <a:buNone/>
              <a:defRPr sz="267"/>
            </a:lvl5pPr>
            <a:lvl6pPr marL="609676" indent="0">
              <a:buNone/>
              <a:defRPr sz="267"/>
            </a:lvl6pPr>
            <a:lvl7pPr marL="731611" indent="0">
              <a:buNone/>
              <a:defRPr sz="267"/>
            </a:lvl7pPr>
            <a:lvl8pPr marL="853547" indent="0">
              <a:buNone/>
              <a:defRPr sz="267"/>
            </a:lvl8pPr>
            <a:lvl9pPr marL="975482" indent="0">
              <a:buNone/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59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25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3389" y="97367"/>
            <a:ext cx="1281589" cy="1549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623" y="97367"/>
            <a:ext cx="3770471" cy="1549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780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623" y="97367"/>
            <a:ext cx="5126355" cy="353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623" y="486833"/>
            <a:ext cx="5126355" cy="11603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622" y="1695027"/>
            <a:ext cx="133731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85B6C1-B60A-6441-9DBC-B9F3BF12F2D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8818" y="1695027"/>
            <a:ext cx="2005965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7668" y="1695027"/>
            <a:ext cx="133731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B6C13D-0E06-564C-B834-7E76A3A642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268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43870" rtl="0" eaLnBrk="1" latinLnBrk="0" hangingPunct="1">
        <a:lnSpc>
          <a:spcPct val="90000"/>
        </a:lnSpc>
        <a:spcBef>
          <a:spcPct val="0"/>
        </a:spcBef>
        <a:buNone/>
        <a:defRPr sz="117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8" indent="-60968" algn="l" defTabSz="24387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747" kern="1200">
          <a:solidFill>
            <a:schemeClr val="tx1"/>
          </a:solidFill>
          <a:latin typeface="+mn-lt"/>
          <a:ea typeface="+mn-ea"/>
          <a:cs typeface="+mn-cs"/>
        </a:defRPr>
      </a:lvl1pPr>
      <a:lvl2pPr marL="182903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640" kern="1200">
          <a:solidFill>
            <a:schemeClr val="tx1"/>
          </a:solidFill>
          <a:latin typeface="+mn-lt"/>
          <a:ea typeface="+mn-ea"/>
          <a:cs typeface="+mn-cs"/>
        </a:defRPr>
      </a:lvl2pPr>
      <a:lvl3pPr marL="304838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533" kern="1200">
          <a:solidFill>
            <a:schemeClr val="tx1"/>
          </a:solidFill>
          <a:latin typeface="+mn-lt"/>
          <a:ea typeface="+mn-ea"/>
          <a:cs typeface="+mn-cs"/>
        </a:defRPr>
      </a:lvl3pPr>
      <a:lvl4pPr marL="426773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4pPr>
      <a:lvl5pPr marL="548709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5pPr>
      <a:lvl6pPr marL="670644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6pPr>
      <a:lvl7pPr marL="792579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7pPr>
      <a:lvl8pPr marL="914514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8pPr>
      <a:lvl9pPr marL="1036450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1pPr>
      <a:lvl2pPr marL="121935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2pPr>
      <a:lvl3pPr marL="243870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3pPr>
      <a:lvl4pPr marL="365806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4pPr>
      <a:lvl5pPr marL="487741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5pPr>
      <a:lvl6pPr marL="609676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6pPr>
      <a:lvl7pPr marL="731611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7pPr>
      <a:lvl8pPr marL="853547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8pPr>
      <a:lvl9pPr marL="975482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8848F4B9-3290-764D-FEB8-7D3C2ADD6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0"/>
            <a:ext cx="1981200" cy="1828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F96A74-53F7-E82A-D9B4-6254517F7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200" y="0"/>
            <a:ext cx="1981200" cy="1828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08F75A5-3843-7023-1C63-797E37A715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981200" cy="1828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34739C3-041B-7A9D-3226-169CB7178005}"/>
              </a:ext>
            </a:extLst>
          </p:cNvPr>
          <p:cNvSpPr txBox="1"/>
          <p:nvPr/>
        </p:nvSpPr>
        <p:spPr>
          <a:xfrm>
            <a:off x="0" y="0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445C9A-6CE8-95BD-A39D-09761A0102A5}"/>
              </a:ext>
            </a:extLst>
          </p:cNvPr>
          <p:cNvSpPr txBox="1"/>
          <p:nvPr/>
        </p:nvSpPr>
        <p:spPr>
          <a:xfrm>
            <a:off x="1976390" y="0"/>
            <a:ext cx="2471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E0FBF5-9D0E-5BC4-266F-F17A8F1E21C3}"/>
              </a:ext>
            </a:extLst>
          </p:cNvPr>
          <p:cNvSpPr txBox="1"/>
          <p:nvPr/>
        </p:nvSpPr>
        <p:spPr>
          <a:xfrm>
            <a:off x="3967210" y="0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2533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6955</TotalTime>
  <Words>4</Words>
  <Application>Microsoft Macintosh PowerPoint</Application>
  <PresentationFormat>Custom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Scott, Carly Brielle</dc:creator>
  <cp:lastModifiedBy>Scott, Carly Brielle</cp:lastModifiedBy>
  <cp:revision>3</cp:revision>
  <dcterms:created xsi:type="dcterms:W3CDTF">2026-08-13T16:59:10Z</dcterms:created>
  <dcterms:modified xsi:type="dcterms:W3CDTF">2026-08-18T12:54:14Z</dcterms:modified>
</cp:coreProperties>
</file>