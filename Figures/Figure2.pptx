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5943600" cy="42068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23"/>
    <p:restoredTop sz="94433"/>
  </p:normalViewPr>
  <p:slideViewPr>
    <p:cSldViewPr snapToGrid="0">
      <p:cViewPr>
        <p:scale>
          <a:sx n="360" d="100"/>
          <a:sy n="360" d="100"/>
        </p:scale>
        <p:origin x="-6664" y="-6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90A312-5D3D-2344-8979-34846B9B23F5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143000"/>
            <a:ext cx="43592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D35139-3382-AE41-B473-1BF547597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32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1pPr>
    <a:lvl2pPr marL="241402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2pPr>
    <a:lvl3pPr marL="482803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3pPr>
    <a:lvl4pPr marL="724205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4pPr>
    <a:lvl5pPr marL="965606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5pPr>
    <a:lvl6pPr marL="1207008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6pPr>
    <a:lvl7pPr marL="1448410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7pPr>
    <a:lvl8pPr marL="1689811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8pPr>
    <a:lvl9pPr marL="1931213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49363" y="1143000"/>
            <a:ext cx="43592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35139-3382-AE41-B473-1BF547597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487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770" y="688486"/>
            <a:ext cx="5052060" cy="1464616"/>
          </a:xfrm>
        </p:spPr>
        <p:txBody>
          <a:bodyPr anchor="b"/>
          <a:lstStyle>
            <a:lvl1pPr algn="ctr">
              <a:defRPr sz="3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2209584"/>
            <a:ext cx="4457700" cy="1015687"/>
          </a:xfrm>
        </p:spPr>
        <p:txBody>
          <a:bodyPr/>
          <a:lstStyle>
            <a:lvl1pPr marL="0" indent="0" algn="ctr">
              <a:buNone/>
              <a:defRPr sz="1472"/>
            </a:lvl1pPr>
            <a:lvl2pPr marL="280446" indent="0" algn="ctr">
              <a:buNone/>
              <a:defRPr sz="1227"/>
            </a:lvl2pPr>
            <a:lvl3pPr marL="560893" indent="0" algn="ctr">
              <a:buNone/>
              <a:defRPr sz="1104"/>
            </a:lvl3pPr>
            <a:lvl4pPr marL="841339" indent="0" algn="ctr">
              <a:buNone/>
              <a:defRPr sz="981"/>
            </a:lvl4pPr>
            <a:lvl5pPr marL="1121786" indent="0" algn="ctr">
              <a:buNone/>
              <a:defRPr sz="981"/>
            </a:lvl5pPr>
            <a:lvl6pPr marL="1402232" indent="0" algn="ctr">
              <a:buNone/>
              <a:defRPr sz="981"/>
            </a:lvl6pPr>
            <a:lvl7pPr marL="1682679" indent="0" algn="ctr">
              <a:buNone/>
              <a:defRPr sz="981"/>
            </a:lvl7pPr>
            <a:lvl8pPr marL="1963125" indent="0" algn="ctr">
              <a:buNone/>
              <a:defRPr sz="981"/>
            </a:lvl8pPr>
            <a:lvl9pPr marL="2243572" indent="0" algn="ctr">
              <a:buNone/>
              <a:defRPr sz="98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687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240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527" y="1048798"/>
            <a:ext cx="5126355" cy="1749943"/>
          </a:xfrm>
        </p:spPr>
        <p:txBody>
          <a:bodyPr anchor="b"/>
          <a:lstStyle>
            <a:lvl1pPr>
              <a:defRPr sz="3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527" y="2815296"/>
            <a:ext cx="5126355" cy="920254"/>
          </a:xfrm>
        </p:spPr>
        <p:txBody>
          <a:bodyPr/>
          <a:lstStyle>
            <a:lvl1pPr marL="0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1pPr>
            <a:lvl2pPr marL="280446" indent="0">
              <a:buNone/>
              <a:defRPr sz="1227">
                <a:solidFill>
                  <a:schemeClr val="tx1">
                    <a:tint val="82000"/>
                  </a:schemeClr>
                </a:solidFill>
              </a:defRPr>
            </a:lvl2pPr>
            <a:lvl3pPr marL="560893" indent="0">
              <a:buNone/>
              <a:defRPr sz="1104">
                <a:solidFill>
                  <a:schemeClr val="tx1">
                    <a:tint val="82000"/>
                  </a:schemeClr>
                </a:solidFill>
              </a:defRPr>
            </a:lvl3pPr>
            <a:lvl4pPr marL="841339" indent="0">
              <a:buNone/>
              <a:defRPr sz="981">
                <a:solidFill>
                  <a:schemeClr val="tx1">
                    <a:tint val="82000"/>
                  </a:schemeClr>
                </a:solidFill>
              </a:defRPr>
            </a:lvl4pPr>
            <a:lvl5pPr marL="1121786" indent="0">
              <a:buNone/>
              <a:defRPr sz="981">
                <a:solidFill>
                  <a:schemeClr val="tx1">
                    <a:tint val="82000"/>
                  </a:schemeClr>
                </a:solidFill>
              </a:defRPr>
            </a:lvl5pPr>
            <a:lvl6pPr marL="1402232" indent="0">
              <a:buNone/>
              <a:defRPr sz="981">
                <a:solidFill>
                  <a:schemeClr val="tx1">
                    <a:tint val="82000"/>
                  </a:schemeClr>
                </a:solidFill>
              </a:defRPr>
            </a:lvl6pPr>
            <a:lvl7pPr marL="1682679" indent="0">
              <a:buNone/>
              <a:defRPr sz="981">
                <a:solidFill>
                  <a:schemeClr val="tx1">
                    <a:tint val="82000"/>
                  </a:schemeClr>
                </a:solidFill>
              </a:defRPr>
            </a:lvl7pPr>
            <a:lvl8pPr marL="1963125" indent="0">
              <a:buNone/>
              <a:defRPr sz="981">
                <a:solidFill>
                  <a:schemeClr val="tx1">
                    <a:tint val="82000"/>
                  </a:schemeClr>
                </a:solidFill>
              </a:defRPr>
            </a:lvl8pPr>
            <a:lvl9pPr marL="2243572" indent="0">
              <a:buNone/>
              <a:defRPr sz="98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50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623" y="1119885"/>
            <a:ext cx="2526030" cy="2669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8948" y="1119885"/>
            <a:ext cx="2526030" cy="2669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720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223978"/>
            <a:ext cx="5126355" cy="8131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397" y="1031269"/>
            <a:ext cx="2514421" cy="505409"/>
          </a:xfrm>
        </p:spPr>
        <p:txBody>
          <a:bodyPr anchor="b"/>
          <a:lstStyle>
            <a:lvl1pPr marL="0" indent="0">
              <a:buNone/>
              <a:defRPr sz="1472" b="1"/>
            </a:lvl1pPr>
            <a:lvl2pPr marL="280446" indent="0">
              <a:buNone/>
              <a:defRPr sz="1227" b="1"/>
            </a:lvl2pPr>
            <a:lvl3pPr marL="560893" indent="0">
              <a:buNone/>
              <a:defRPr sz="1104" b="1"/>
            </a:lvl3pPr>
            <a:lvl4pPr marL="841339" indent="0">
              <a:buNone/>
              <a:defRPr sz="981" b="1"/>
            </a:lvl4pPr>
            <a:lvl5pPr marL="1121786" indent="0">
              <a:buNone/>
              <a:defRPr sz="981" b="1"/>
            </a:lvl5pPr>
            <a:lvl6pPr marL="1402232" indent="0">
              <a:buNone/>
              <a:defRPr sz="981" b="1"/>
            </a:lvl6pPr>
            <a:lvl7pPr marL="1682679" indent="0">
              <a:buNone/>
              <a:defRPr sz="981" b="1"/>
            </a:lvl7pPr>
            <a:lvl8pPr marL="1963125" indent="0">
              <a:buNone/>
              <a:defRPr sz="981" b="1"/>
            </a:lvl8pPr>
            <a:lvl9pPr marL="2243572" indent="0">
              <a:buNone/>
              <a:defRPr sz="98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397" y="1536678"/>
            <a:ext cx="2514421" cy="22602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8948" y="1031269"/>
            <a:ext cx="2526804" cy="505409"/>
          </a:xfrm>
        </p:spPr>
        <p:txBody>
          <a:bodyPr anchor="b"/>
          <a:lstStyle>
            <a:lvl1pPr marL="0" indent="0">
              <a:buNone/>
              <a:defRPr sz="1472" b="1"/>
            </a:lvl1pPr>
            <a:lvl2pPr marL="280446" indent="0">
              <a:buNone/>
              <a:defRPr sz="1227" b="1"/>
            </a:lvl2pPr>
            <a:lvl3pPr marL="560893" indent="0">
              <a:buNone/>
              <a:defRPr sz="1104" b="1"/>
            </a:lvl3pPr>
            <a:lvl4pPr marL="841339" indent="0">
              <a:buNone/>
              <a:defRPr sz="981" b="1"/>
            </a:lvl4pPr>
            <a:lvl5pPr marL="1121786" indent="0">
              <a:buNone/>
              <a:defRPr sz="981" b="1"/>
            </a:lvl5pPr>
            <a:lvl6pPr marL="1402232" indent="0">
              <a:buNone/>
              <a:defRPr sz="981" b="1"/>
            </a:lvl6pPr>
            <a:lvl7pPr marL="1682679" indent="0">
              <a:buNone/>
              <a:defRPr sz="981" b="1"/>
            </a:lvl7pPr>
            <a:lvl8pPr marL="1963125" indent="0">
              <a:buNone/>
              <a:defRPr sz="981" b="1"/>
            </a:lvl8pPr>
            <a:lvl9pPr marL="2243572" indent="0">
              <a:buNone/>
              <a:defRPr sz="98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8948" y="1536678"/>
            <a:ext cx="2526804" cy="22602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99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07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23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280458"/>
            <a:ext cx="1916966" cy="981604"/>
          </a:xfrm>
        </p:spPr>
        <p:txBody>
          <a:bodyPr anchor="b"/>
          <a:lstStyle>
            <a:lvl1pPr>
              <a:defRPr sz="19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6804" y="605713"/>
            <a:ext cx="3008948" cy="2989608"/>
          </a:xfrm>
        </p:spPr>
        <p:txBody>
          <a:bodyPr/>
          <a:lstStyle>
            <a:lvl1pPr>
              <a:defRPr sz="1963"/>
            </a:lvl1pPr>
            <a:lvl2pPr>
              <a:defRPr sz="1718"/>
            </a:lvl2pPr>
            <a:lvl3pPr>
              <a:defRPr sz="1472"/>
            </a:lvl3pPr>
            <a:lvl4pPr>
              <a:defRPr sz="1227"/>
            </a:lvl4pPr>
            <a:lvl5pPr>
              <a:defRPr sz="1227"/>
            </a:lvl5pPr>
            <a:lvl6pPr>
              <a:defRPr sz="1227"/>
            </a:lvl6pPr>
            <a:lvl7pPr>
              <a:defRPr sz="1227"/>
            </a:lvl7pPr>
            <a:lvl8pPr>
              <a:defRPr sz="1227"/>
            </a:lvl8pPr>
            <a:lvl9pPr>
              <a:defRPr sz="122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1262062"/>
            <a:ext cx="1916966" cy="2338127"/>
          </a:xfrm>
        </p:spPr>
        <p:txBody>
          <a:bodyPr/>
          <a:lstStyle>
            <a:lvl1pPr marL="0" indent="0">
              <a:buNone/>
              <a:defRPr sz="981"/>
            </a:lvl1pPr>
            <a:lvl2pPr marL="280446" indent="0">
              <a:buNone/>
              <a:defRPr sz="859"/>
            </a:lvl2pPr>
            <a:lvl3pPr marL="560893" indent="0">
              <a:buNone/>
              <a:defRPr sz="736"/>
            </a:lvl3pPr>
            <a:lvl4pPr marL="841339" indent="0">
              <a:buNone/>
              <a:defRPr sz="613"/>
            </a:lvl4pPr>
            <a:lvl5pPr marL="1121786" indent="0">
              <a:buNone/>
              <a:defRPr sz="613"/>
            </a:lvl5pPr>
            <a:lvl6pPr marL="1402232" indent="0">
              <a:buNone/>
              <a:defRPr sz="613"/>
            </a:lvl6pPr>
            <a:lvl7pPr marL="1682679" indent="0">
              <a:buNone/>
              <a:defRPr sz="613"/>
            </a:lvl7pPr>
            <a:lvl8pPr marL="1963125" indent="0">
              <a:buNone/>
              <a:defRPr sz="613"/>
            </a:lvl8pPr>
            <a:lvl9pPr marL="2243572" indent="0">
              <a:buNone/>
              <a:defRPr sz="6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9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280458"/>
            <a:ext cx="1916966" cy="981604"/>
          </a:xfrm>
        </p:spPr>
        <p:txBody>
          <a:bodyPr anchor="b"/>
          <a:lstStyle>
            <a:lvl1pPr>
              <a:defRPr sz="19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6804" y="605713"/>
            <a:ext cx="3008948" cy="2989608"/>
          </a:xfrm>
        </p:spPr>
        <p:txBody>
          <a:bodyPr anchor="t"/>
          <a:lstStyle>
            <a:lvl1pPr marL="0" indent="0">
              <a:buNone/>
              <a:defRPr sz="1963"/>
            </a:lvl1pPr>
            <a:lvl2pPr marL="280446" indent="0">
              <a:buNone/>
              <a:defRPr sz="1718"/>
            </a:lvl2pPr>
            <a:lvl3pPr marL="560893" indent="0">
              <a:buNone/>
              <a:defRPr sz="1472"/>
            </a:lvl3pPr>
            <a:lvl4pPr marL="841339" indent="0">
              <a:buNone/>
              <a:defRPr sz="1227"/>
            </a:lvl4pPr>
            <a:lvl5pPr marL="1121786" indent="0">
              <a:buNone/>
              <a:defRPr sz="1227"/>
            </a:lvl5pPr>
            <a:lvl6pPr marL="1402232" indent="0">
              <a:buNone/>
              <a:defRPr sz="1227"/>
            </a:lvl6pPr>
            <a:lvl7pPr marL="1682679" indent="0">
              <a:buNone/>
              <a:defRPr sz="1227"/>
            </a:lvl7pPr>
            <a:lvl8pPr marL="1963125" indent="0">
              <a:buNone/>
              <a:defRPr sz="1227"/>
            </a:lvl8pPr>
            <a:lvl9pPr marL="2243572" indent="0">
              <a:buNone/>
              <a:defRPr sz="122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1262062"/>
            <a:ext cx="1916966" cy="2338127"/>
          </a:xfrm>
        </p:spPr>
        <p:txBody>
          <a:bodyPr/>
          <a:lstStyle>
            <a:lvl1pPr marL="0" indent="0">
              <a:buNone/>
              <a:defRPr sz="981"/>
            </a:lvl1pPr>
            <a:lvl2pPr marL="280446" indent="0">
              <a:buNone/>
              <a:defRPr sz="859"/>
            </a:lvl2pPr>
            <a:lvl3pPr marL="560893" indent="0">
              <a:buNone/>
              <a:defRPr sz="736"/>
            </a:lvl3pPr>
            <a:lvl4pPr marL="841339" indent="0">
              <a:buNone/>
              <a:defRPr sz="613"/>
            </a:lvl4pPr>
            <a:lvl5pPr marL="1121786" indent="0">
              <a:buNone/>
              <a:defRPr sz="613"/>
            </a:lvl5pPr>
            <a:lvl6pPr marL="1402232" indent="0">
              <a:buNone/>
              <a:defRPr sz="613"/>
            </a:lvl6pPr>
            <a:lvl7pPr marL="1682679" indent="0">
              <a:buNone/>
              <a:defRPr sz="613"/>
            </a:lvl7pPr>
            <a:lvl8pPr marL="1963125" indent="0">
              <a:buNone/>
              <a:defRPr sz="613"/>
            </a:lvl8pPr>
            <a:lvl9pPr marL="2243572" indent="0">
              <a:buNone/>
              <a:defRPr sz="6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8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110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3389" y="223977"/>
            <a:ext cx="1281589" cy="35651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623" y="223977"/>
            <a:ext cx="3770471" cy="35651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3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623" y="223978"/>
            <a:ext cx="5126355" cy="813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623" y="1119885"/>
            <a:ext cx="5126355" cy="26692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622" y="3899151"/>
            <a:ext cx="1337310" cy="223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7D69C9-81A7-064D-B6D1-2C94FD623D00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8818" y="3899151"/>
            <a:ext cx="2005965" cy="223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7668" y="3899151"/>
            <a:ext cx="1337310" cy="223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E9004-A526-3B4B-A58D-CA80074F7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913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60893" rtl="0" eaLnBrk="1" latinLnBrk="0" hangingPunct="1">
        <a:lnSpc>
          <a:spcPct val="90000"/>
        </a:lnSpc>
        <a:spcBef>
          <a:spcPct val="0"/>
        </a:spcBef>
        <a:buNone/>
        <a:defRPr sz="26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223" indent="-140223" algn="l" defTabSz="560893" rtl="0" eaLnBrk="1" latinLnBrk="0" hangingPunct="1">
        <a:lnSpc>
          <a:spcPct val="90000"/>
        </a:lnSpc>
        <a:spcBef>
          <a:spcPts val="613"/>
        </a:spcBef>
        <a:buFont typeface="Arial" panose="020B0604020202020204" pitchFamily="34" charset="0"/>
        <a:buChar char="•"/>
        <a:defRPr sz="1718" kern="1200">
          <a:solidFill>
            <a:schemeClr val="tx1"/>
          </a:solidFill>
          <a:latin typeface="+mn-lt"/>
          <a:ea typeface="+mn-ea"/>
          <a:cs typeface="+mn-cs"/>
        </a:defRPr>
      </a:lvl1pPr>
      <a:lvl2pPr marL="420670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2" kern="1200">
          <a:solidFill>
            <a:schemeClr val="tx1"/>
          </a:solidFill>
          <a:latin typeface="+mn-lt"/>
          <a:ea typeface="+mn-ea"/>
          <a:cs typeface="+mn-cs"/>
        </a:defRPr>
      </a:lvl2pPr>
      <a:lvl3pPr marL="701116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7" kern="1200">
          <a:solidFill>
            <a:schemeClr val="tx1"/>
          </a:solidFill>
          <a:latin typeface="+mn-lt"/>
          <a:ea typeface="+mn-ea"/>
          <a:cs typeface="+mn-cs"/>
        </a:defRPr>
      </a:lvl3pPr>
      <a:lvl4pPr marL="981563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4" kern="1200">
          <a:solidFill>
            <a:schemeClr val="tx1"/>
          </a:solidFill>
          <a:latin typeface="+mn-lt"/>
          <a:ea typeface="+mn-ea"/>
          <a:cs typeface="+mn-cs"/>
        </a:defRPr>
      </a:lvl4pPr>
      <a:lvl5pPr marL="1262009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4" kern="1200">
          <a:solidFill>
            <a:schemeClr val="tx1"/>
          </a:solidFill>
          <a:latin typeface="+mn-lt"/>
          <a:ea typeface="+mn-ea"/>
          <a:cs typeface="+mn-cs"/>
        </a:defRPr>
      </a:lvl5pPr>
      <a:lvl6pPr marL="1542456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4" kern="1200">
          <a:solidFill>
            <a:schemeClr val="tx1"/>
          </a:solidFill>
          <a:latin typeface="+mn-lt"/>
          <a:ea typeface="+mn-ea"/>
          <a:cs typeface="+mn-cs"/>
        </a:defRPr>
      </a:lvl6pPr>
      <a:lvl7pPr marL="1822902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4" kern="1200">
          <a:solidFill>
            <a:schemeClr val="tx1"/>
          </a:solidFill>
          <a:latin typeface="+mn-lt"/>
          <a:ea typeface="+mn-ea"/>
          <a:cs typeface="+mn-cs"/>
        </a:defRPr>
      </a:lvl7pPr>
      <a:lvl8pPr marL="2103349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4" kern="1200">
          <a:solidFill>
            <a:schemeClr val="tx1"/>
          </a:solidFill>
          <a:latin typeface="+mn-lt"/>
          <a:ea typeface="+mn-ea"/>
          <a:cs typeface="+mn-cs"/>
        </a:defRPr>
      </a:lvl8pPr>
      <a:lvl9pPr marL="2383795" indent="-140223" algn="l" defTabSz="560893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1pPr>
      <a:lvl2pPr marL="280446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2pPr>
      <a:lvl3pPr marL="560893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3pPr>
      <a:lvl4pPr marL="841339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4pPr>
      <a:lvl5pPr marL="1121786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5pPr>
      <a:lvl6pPr marL="1402232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6pPr>
      <a:lvl7pPr marL="1682679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7pPr>
      <a:lvl8pPr marL="1963125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8pPr>
      <a:lvl9pPr marL="2243572" algn="l" defTabSz="560893" rtl="0" eaLnBrk="1" latinLnBrk="0" hangingPunct="1">
        <a:defRPr sz="11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5" Type="http://schemas.openxmlformats.org/officeDocument/2006/relationships/image" Target="../media/image1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emf"/><Relationship Id="rId14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95">
            <a:extLst>
              <a:ext uri="{FF2B5EF4-FFF2-40B4-BE49-F238E27FC236}">
                <a16:creationId xmlns:a16="http://schemas.microsoft.com/office/drawing/2014/main" id="{0C869C34-1B1F-11BC-16F8-AAA6E70D38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53995" y="-2567"/>
            <a:ext cx="1181100" cy="1460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AA66B7E-CDF3-E604-1690-08E0BE35F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" y="-2567"/>
            <a:ext cx="1181100" cy="14605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DEB79B8-062F-08ED-2852-395644F696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5388" y="-2567"/>
            <a:ext cx="1181100" cy="14605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EE10323A-A839-4BFD-B192-B5DFB8014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7352" y="-2567"/>
            <a:ext cx="1181100" cy="14605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5F89AFF5-960F-CF5B-9A15-42D3143523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4343" y="-2567"/>
            <a:ext cx="1181100" cy="14605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03352E8-5937-DD68-2F08-B2A385AFC052}"/>
              </a:ext>
            </a:extLst>
          </p:cNvPr>
          <p:cNvSpPr txBox="1"/>
          <p:nvPr/>
        </p:nvSpPr>
        <p:spPr>
          <a:xfrm>
            <a:off x="786777" y="983490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2C25B5-C25F-A06F-2641-E8865FDC2B0B}"/>
              </a:ext>
            </a:extLst>
          </p:cNvPr>
          <p:cNvSpPr txBox="1"/>
          <p:nvPr/>
        </p:nvSpPr>
        <p:spPr>
          <a:xfrm>
            <a:off x="2009014" y="880956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7B0322-9813-8F15-894F-970072B48D61}"/>
              </a:ext>
            </a:extLst>
          </p:cNvPr>
          <p:cNvSpPr txBox="1"/>
          <p:nvPr/>
        </p:nvSpPr>
        <p:spPr>
          <a:xfrm>
            <a:off x="3229713" y="973289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8589F5-D07F-66A7-FF16-DEA0666DA6DE}"/>
              </a:ext>
            </a:extLst>
          </p:cNvPr>
          <p:cNvSpPr txBox="1"/>
          <p:nvPr/>
        </p:nvSpPr>
        <p:spPr>
          <a:xfrm>
            <a:off x="4363123" y="973289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7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2093A4D2-D2AE-A6D5-6984-3242EC32D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74343" y="1329645"/>
            <a:ext cx="1181100" cy="14605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FC5C11D-9064-06C3-FF8D-A1D6474CB11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7352" y="1329645"/>
            <a:ext cx="1181100" cy="14605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A234A99C-5241-D5AB-1EB5-EB32193C053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5388" y="1329645"/>
            <a:ext cx="1181100" cy="14605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F91B1516-FFA9-AC1C-6CC5-7D2A517EF40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05" y="1329645"/>
            <a:ext cx="1181100" cy="14605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9CA6AAA-5254-6697-C581-2A84AC6F9E76}"/>
              </a:ext>
            </a:extLst>
          </p:cNvPr>
          <p:cNvSpPr txBox="1"/>
          <p:nvPr/>
        </p:nvSpPr>
        <p:spPr>
          <a:xfrm>
            <a:off x="862284" y="2315703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B1B030-1A4B-11EC-13EF-9B3B668B6D68}"/>
              </a:ext>
            </a:extLst>
          </p:cNvPr>
          <p:cNvSpPr txBox="1"/>
          <p:nvPr/>
        </p:nvSpPr>
        <p:spPr>
          <a:xfrm>
            <a:off x="2006922" y="2315703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24B0EA-05D5-AB8E-3498-63CF4339A499}"/>
              </a:ext>
            </a:extLst>
          </p:cNvPr>
          <p:cNvSpPr txBox="1"/>
          <p:nvPr/>
        </p:nvSpPr>
        <p:spPr>
          <a:xfrm>
            <a:off x="3193805" y="2315703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23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271680F-E9AB-9A74-0D44-27864B846A45}"/>
              </a:ext>
            </a:extLst>
          </p:cNvPr>
          <p:cNvSpPr txBox="1"/>
          <p:nvPr/>
        </p:nvSpPr>
        <p:spPr>
          <a:xfrm>
            <a:off x="4319841" y="2315703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27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769295F8-1EDB-0815-1D81-15E3B0D5806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505" y="2661858"/>
            <a:ext cx="1181100" cy="15494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AFD4E6B9-A2C2-0E90-8ECE-9CC53443A9F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95388" y="2661858"/>
            <a:ext cx="1181100" cy="154940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5ED3C093-2B3D-4BD4-C7FF-2AAF5BBD5BF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47352" y="2661858"/>
            <a:ext cx="1181100" cy="15494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6F83A374-6612-4E59-35D1-0E056BDABEB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74343" y="2661858"/>
            <a:ext cx="1181100" cy="1549400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DEF90979-F82C-7795-B53F-92957F642AAE}"/>
              </a:ext>
            </a:extLst>
          </p:cNvPr>
          <p:cNvSpPr txBox="1"/>
          <p:nvPr/>
        </p:nvSpPr>
        <p:spPr>
          <a:xfrm>
            <a:off x="825790" y="3739030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263C17-3180-AE15-3169-F687BBE7D10D}"/>
              </a:ext>
            </a:extLst>
          </p:cNvPr>
          <p:cNvSpPr txBox="1"/>
          <p:nvPr/>
        </p:nvSpPr>
        <p:spPr>
          <a:xfrm>
            <a:off x="1961463" y="3739030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27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A35650-F2CF-D75C-66DD-6E3973707EBE}"/>
              </a:ext>
            </a:extLst>
          </p:cNvPr>
          <p:cNvSpPr txBox="1"/>
          <p:nvPr/>
        </p:nvSpPr>
        <p:spPr>
          <a:xfrm>
            <a:off x="3094873" y="3739030"/>
            <a:ext cx="34817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R:11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B5474F-0778-2C98-F858-669E40CBED39}"/>
              </a:ext>
            </a:extLst>
          </p:cNvPr>
          <p:cNvSpPr txBox="1"/>
          <p:nvPr/>
        </p:nvSpPr>
        <p:spPr>
          <a:xfrm>
            <a:off x="4357295" y="3739384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32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EE95A395-3386-3B86-974D-CB0C6F361ED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53995" y="1329645"/>
            <a:ext cx="1181100" cy="1460500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C2C4FFDE-D2E4-6001-8E33-6CBDE62E886D}"/>
              </a:ext>
            </a:extLst>
          </p:cNvPr>
          <p:cNvSpPr txBox="1"/>
          <p:nvPr/>
        </p:nvSpPr>
        <p:spPr>
          <a:xfrm rot="16200000">
            <a:off x="-442061" y="3328836"/>
            <a:ext cx="10567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ALE (Anthracnose)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5018A438-D4CF-5528-E811-804E117E7D9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3995" y="2661858"/>
            <a:ext cx="1181100" cy="1549400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AE1808AC-07F6-FE1C-D468-63002F41C46E}"/>
              </a:ext>
            </a:extLst>
          </p:cNvPr>
          <p:cNvSpPr txBox="1"/>
          <p:nvPr/>
        </p:nvSpPr>
        <p:spPr>
          <a:xfrm>
            <a:off x="5160039" y="3533946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21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7683EF3-E767-18BE-4D4C-9D5A9456CF86}"/>
              </a:ext>
            </a:extLst>
          </p:cNvPr>
          <p:cNvSpPr txBox="1"/>
          <p:nvPr/>
        </p:nvSpPr>
        <p:spPr>
          <a:xfrm>
            <a:off x="5476745" y="2697812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10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BF162C5-3E59-E1CB-0F05-44BFB587B0D1}"/>
              </a:ext>
            </a:extLst>
          </p:cNvPr>
          <p:cNvSpPr txBox="1"/>
          <p:nvPr/>
        </p:nvSpPr>
        <p:spPr>
          <a:xfrm>
            <a:off x="5518246" y="2272601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DB6468-CD46-BCD9-C5B7-0D451BE1512C}"/>
              </a:ext>
            </a:extLst>
          </p:cNvPr>
          <p:cNvSpPr txBox="1"/>
          <p:nvPr/>
        </p:nvSpPr>
        <p:spPr>
          <a:xfrm>
            <a:off x="5209103" y="1486502"/>
            <a:ext cx="32573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7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F26E56D-E203-53E4-C790-31311D55114F}"/>
              </a:ext>
            </a:extLst>
          </p:cNvPr>
          <p:cNvSpPr txBox="1"/>
          <p:nvPr/>
        </p:nvSpPr>
        <p:spPr>
          <a:xfrm>
            <a:off x="5514763" y="1015539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38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6B14714-D042-1929-5390-349292E7DD47}"/>
              </a:ext>
            </a:extLst>
          </p:cNvPr>
          <p:cNvSpPr txBox="1"/>
          <p:nvPr/>
        </p:nvSpPr>
        <p:spPr>
          <a:xfrm>
            <a:off x="5187462" y="2495"/>
            <a:ext cx="369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R: 14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8C04329-6FD0-A745-05FD-DD0349CBC3D4}"/>
              </a:ext>
            </a:extLst>
          </p:cNvPr>
          <p:cNvSpPr txBox="1"/>
          <p:nvPr/>
        </p:nvSpPr>
        <p:spPr>
          <a:xfrm rot="16200000">
            <a:off x="-444464" y="1931534"/>
            <a:ext cx="10615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ALE (Brown Patch)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9402E8E-606B-F22E-FC21-13BB50F96D0E}"/>
              </a:ext>
            </a:extLst>
          </p:cNvPr>
          <p:cNvSpPr txBox="1"/>
          <p:nvPr/>
        </p:nvSpPr>
        <p:spPr>
          <a:xfrm rot="16200000">
            <a:off x="-420419" y="534233"/>
            <a:ext cx="101341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ALE (Crown Rust)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CD72B42-12C6-9E86-C732-946E3F715310}"/>
              </a:ext>
            </a:extLst>
          </p:cNvPr>
          <p:cNvSpPr txBox="1"/>
          <p:nvPr/>
        </p:nvSpPr>
        <p:spPr>
          <a:xfrm>
            <a:off x="8505" y="-2567"/>
            <a:ext cx="150041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98F94B-11A4-A020-B81C-24743F1CD765}"/>
              </a:ext>
            </a:extLst>
          </p:cNvPr>
          <p:cNvSpPr txBox="1"/>
          <p:nvPr/>
        </p:nvSpPr>
        <p:spPr>
          <a:xfrm>
            <a:off x="1195388" y="-2567"/>
            <a:ext cx="154851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E574775-B177-CB50-5E4B-1C6138724A10}"/>
              </a:ext>
            </a:extLst>
          </p:cNvPr>
          <p:cNvSpPr txBox="1"/>
          <p:nvPr/>
        </p:nvSpPr>
        <p:spPr>
          <a:xfrm>
            <a:off x="2374343" y="-2567"/>
            <a:ext cx="150041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279698F-3AFC-86E0-061C-B05AE4B49C51}"/>
              </a:ext>
            </a:extLst>
          </p:cNvPr>
          <p:cNvSpPr txBox="1"/>
          <p:nvPr/>
        </p:nvSpPr>
        <p:spPr>
          <a:xfrm>
            <a:off x="3547352" y="-2567"/>
            <a:ext cx="154851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E9A2105-D766-B806-B499-D37FBC51DE4E}"/>
              </a:ext>
            </a:extLst>
          </p:cNvPr>
          <p:cNvSpPr txBox="1"/>
          <p:nvPr/>
        </p:nvSpPr>
        <p:spPr>
          <a:xfrm>
            <a:off x="4753995" y="-2567"/>
            <a:ext cx="150041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1EE2674-AFC6-C0C1-FD1C-090AD25E9895}"/>
              </a:ext>
            </a:extLst>
          </p:cNvPr>
          <p:cNvSpPr txBox="1"/>
          <p:nvPr/>
        </p:nvSpPr>
        <p:spPr>
          <a:xfrm>
            <a:off x="8505" y="1329645"/>
            <a:ext cx="125997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C49A301-D966-6EF3-A37C-053717A48311}"/>
              </a:ext>
            </a:extLst>
          </p:cNvPr>
          <p:cNvSpPr txBox="1"/>
          <p:nvPr/>
        </p:nvSpPr>
        <p:spPr>
          <a:xfrm>
            <a:off x="1195388" y="1329645"/>
            <a:ext cx="154851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D95C257-D14A-BF9E-B45E-DBCA77CA5069}"/>
              </a:ext>
            </a:extLst>
          </p:cNvPr>
          <p:cNvSpPr txBox="1"/>
          <p:nvPr/>
        </p:nvSpPr>
        <p:spPr>
          <a:xfrm>
            <a:off x="2374343" y="1329645"/>
            <a:ext cx="125997" cy="123111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25E9095-BDEC-06D2-6404-AEE4A29856DA}"/>
              </a:ext>
            </a:extLst>
          </p:cNvPr>
          <p:cNvSpPr txBox="1"/>
          <p:nvPr/>
        </p:nvSpPr>
        <p:spPr>
          <a:xfrm>
            <a:off x="3547352" y="1329645"/>
            <a:ext cx="125997" cy="123111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92BB8AF-ED41-B397-C36A-7703B32492C7}"/>
              </a:ext>
            </a:extLst>
          </p:cNvPr>
          <p:cNvSpPr txBox="1"/>
          <p:nvPr/>
        </p:nvSpPr>
        <p:spPr>
          <a:xfrm>
            <a:off x="4753995" y="1329645"/>
            <a:ext cx="125997" cy="123111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531CD40-FBCC-9963-22AB-5C753FF0A538}"/>
              </a:ext>
            </a:extLst>
          </p:cNvPr>
          <p:cNvSpPr txBox="1"/>
          <p:nvPr/>
        </p:nvSpPr>
        <p:spPr>
          <a:xfrm>
            <a:off x="8505" y="2661858"/>
            <a:ext cx="150041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4CE8E93-AA25-C1CD-EEF0-C37D67A8E18F}"/>
              </a:ext>
            </a:extLst>
          </p:cNvPr>
          <p:cNvSpPr txBox="1"/>
          <p:nvPr/>
        </p:nvSpPr>
        <p:spPr>
          <a:xfrm>
            <a:off x="1195388" y="2661858"/>
            <a:ext cx="121187" cy="123111"/>
          </a:xfrm>
          <a:prstGeom prst="rect">
            <a:avLst/>
          </a:prstGeom>
          <a:noFill/>
        </p:spPr>
        <p:txBody>
          <a:bodyPr wrap="non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37FCD65-E1E5-F41D-1BBB-DFB84EE2B34D}"/>
              </a:ext>
            </a:extLst>
          </p:cNvPr>
          <p:cNvSpPr txBox="1"/>
          <p:nvPr/>
        </p:nvSpPr>
        <p:spPr>
          <a:xfrm>
            <a:off x="2374343" y="2661858"/>
            <a:ext cx="125997" cy="123111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973B112-99F4-F6D9-0323-63C1B27D2BE5}"/>
              </a:ext>
            </a:extLst>
          </p:cNvPr>
          <p:cNvSpPr txBox="1"/>
          <p:nvPr/>
        </p:nvSpPr>
        <p:spPr>
          <a:xfrm>
            <a:off x="3547352" y="2661858"/>
            <a:ext cx="125997" cy="123111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9D87421-6744-086C-E6F0-184E3D62C15B}"/>
              </a:ext>
            </a:extLst>
          </p:cNvPr>
          <p:cNvSpPr txBox="1"/>
          <p:nvPr/>
        </p:nvSpPr>
        <p:spPr>
          <a:xfrm>
            <a:off x="4753995" y="2661858"/>
            <a:ext cx="125997" cy="123111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E3EC085-DA0E-8AEF-9B95-83DBF243ADAA}"/>
              </a:ext>
            </a:extLst>
          </p:cNvPr>
          <p:cNvSpPr txBox="1"/>
          <p:nvPr/>
        </p:nvSpPr>
        <p:spPr>
          <a:xfrm>
            <a:off x="5055679" y="4054360"/>
            <a:ext cx="887921" cy="9233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Disease Coinfection</a:t>
            </a:r>
          </a:p>
        </p:txBody>
      </p:sp>
    </p:spTree>
    <p:extLst>
      <p:ext uri="{BB962C8B-B14F-4D97-AF65-F5344CB8AC3E}">
        <p14:creationId xmlns:p14="http://schemas.microsoft.com/office/powerpoint/2010/main" val="1634713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5589</TotalTime>
  <Words>86</Words>
  <Application>Microsoft Macintosh PowerPoint</Application>
  <PresentationFormat>Custom</PresentationFormat>
  <Paragraphs>38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Scott, Carly Brielle</dc:creator>
  <cp:lastModifiedBy>Scott, Carly Brielle</cp:lastModifiedBy>
  <cp:revision>19</cp:revision>
  <dcterms:created xsi:type="dcterms:W3CDTF">2026-08-13T17:59:05Z</dcterms:created>
  <dcterms:modified xsi:type="dcterms:W3CDTF">2026-08-17T15:08:51Z</dcterms:modified>
</cp:coreProperties>
</file>