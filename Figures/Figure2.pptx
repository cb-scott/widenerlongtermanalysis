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3"/>
  </p:notesMasterIdLst>
  <p:sldIdLst>
    <p:sldId id="256" r:id="rId2"/>
  </p:sldIdLst>
  <p:sldSz cx="5943600" cy="44354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27"/>
    <p:restoredTop sz="94472"/>
  </p:normalViewPr>
  <p:slideViewPr>
    <p:cSldViewPr snapToGrid="0">
      <p:cViewPr>
        <p:scale>
          <a:sx n="204" d="100"/>
          <a:sy n="204" d="100"/>
        </p:scale>
        <p:origin x="19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90A312-5D3D-2344-8979-34846B9B23F5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62075" y="1143000"/>
            <a:ext cx="41338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D35139-3382-AE41-B473-1BF547597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532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82803" rtl="0" eaLnBrk="1" latinLnBrk="0" hangingPunct="1">
      <a:defRPr sz="634" kern="1200">
        <a:solidFill>
          <a:schemeClr val="tx1"/>
        </a:solidFill>
        <a:latin typeface="+mn-lt"/>
        <a:ea typeface="+mn-ea"/>
        <a:cs typeface="+mn-cs"/>
      </a:defRPr>
    </a:lvl1pPr>
    <a:lvl2pPr marL="241402" algn="l" defTabSz="482803" rtl="0" eaLnBrk="1" latinLnBrk="0" hangingPunct="1">
      <a:defRPr sz="634" kern="1200">
        <a:solidFill>
          <a:schemeClr val="tx1"/>
        </a:solidFill>
        <a:latin typeface="+mn-lt"/>
        <a:ea typeface="+mn-ea"/>
        <a:cs typeface="+mn-cs"/>
      </a:defRPr>
    </a:lvl2pPr>
    <a:lvl3pPr marL="482803" algn="l" defTabSz="482803" rtl="0" eaLnBrk="1" latinLnBrk="0" hangingPunct="1">
      <a:defRPr sz="634" kern="1200">
        <a:solidFill>
          <a:schemeClr val="tx1"/>
        </a:solidFill>
        <a:latin typeface="+mn-lt"/>
        <a:ea typeface="+mn-ea"/>
        <a:cs typeface="+mn-cs"/>
      </a:defRPr>
    </a:lvl3pPr>
    <a:lvl4pPr marL="724205" algn="l" defTabSz="482803" rtl="0" eaLnBrk="1" latinLnBrk="0" hangingPunct="1">
      <a:defRPr sz="634" kern="1200">
        <a:solidFill>
          <a:schemeClr val="tx1"/>
        </a:solidFill>
        <a:latin typeface="+mn-lt"/>
        <a:ea typeface="+mn-ea"/>
        <a:cs typeface="+mn-cs"/>
      </a:defRPr>
    </a:lvl4pPr>
    <a:lvl5pPr marL="965606" algn="l" defTabSz="482803" rtl="0" eaLnBrk="1" latinLnBrk="0" hangingPunct="1">
      <a:defRPr sz="634" kern="1200">
        <a:solidFill>
          <a:schemeClr val="tx1"/>
        </a:solidFill>
        <a:latin typeface="+mn-lt"/>
        <a:ea typeface="+mn-ea"/>
        <a:cs typeface="+mn-cs"/>
      </a:defRPr>
    </a:lvl5pPr>
    <a:lvl6pPr marL="1207008" algn="l" defTabSz="482803" rtl="0" eaLnBrk="1" latinLnBrk="0" hangingPunct="1">
      <a:defRPr sz="634" kern="1200">
        <a:solidFill>
          <a:schemeClr val="tx1"/>
        </a:solidFill>
        <a:latin typeface="+mn-lt"/>
        <a:ea typeface="+mn-ea"/>
        <a:cs typeface="+mn-cs"/>
      </a:defRPr>
    </a:lvl6pPr>
    <a:lvl7pPr marL="1448410" algn="l" defTabSz="482803" rtl="0" eaLnBrk="1" latinLnBrk="0" hangingPunct="1">
      <a:defRPr sz="634" kern="1200">
        <a:solidFill>
          <a:schemeClr val="tx1"/>
        </a:solidFill>
        <a:latin typeface="+mn-lt"/>
        <a:ea typeface="+mn-ea"/>
        <a:cs typeface="+mn-cs"/>
      </a:defRPr>
    </a:lvl7pPr>
    <a:lvl8pPr marL="1689811" algn="l" defTabSz="482803" rtl="0" eaLnBrk="1" latinLnBrk="0" hangingPunct="1">
      <a:defRPr sz="634" kern="1200">
        <a:solidFill>
          <a:schemeClr val="tx1"/>
        </a:solidFill>
        <a:latin typeface="+mn-lt"/>
        <a:ea typeface="+mn-ea"/>
        <a:cs typeface="+mn-cs"/>
      </a:defRPr>
    </a:lvl8pPr>
    <a:lvl9pPr marL="1931213" algn="l" defTabSz="482803" rtl="0" eaLnBrk="1" latinLnBrk="0" hangingPunct="1">
      <a:defRPr sz="63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62075" y="1143000"/>
            <a:ext cx="41338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D35139-3382-AE41-B473-1BF54759747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8487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5770" y="725899"/>
            <a:ext cx="5052060" cy="1544202"/>
          </a:xfrm>
        </p:spPr>
        <p:txBody>
          <a:bodyPr anchor="b"/>
          <a:lstStyle>
            <a:lvl1pPr algn="ctr">
              <a:defRPr sz="388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2950" y="2329652"/>
            <a:ext cx="4457700" cy="1070879"/>
          </a:xfrm>
        </p:spPr>
        <p:txBody>
          <a:bodyPr/>
          <a:lstStyle>
            <a:lvl1pPr marL="0" indent="0" algn="ctr">
              <a:buNone/>
              <a:defRPr sz="1552"/>
            </a:lvl1pPr>
            <a:lvl2pPr marL="295717" indent="0" algn="ctr">
              <a:buNone/>
              <a:defRPr sz="1294"/>
            </a:lvl2pPr>
            <a:lvl3pPr marL="591434" indent="0" algn="ctr">
              <a:buNone/>
              <a:defRPr sz="1164"/>
            </a:lvl3pPr>
            <a:lvl4pPr marL="887151" indent="0" algn="ctr">
              <a:buNone/>
              <a:defRPr sz="1035"/>
            </a:lvl4pPr>
            <a:lvl5pPr marL="1182868" indent="0" algn="ctr">
              <a:buNone/>
              <a:defRPr sz="1035"/>
            </a:lvl5pPr>
            <a:lvl6pPr marL="1478585" indent="0" algn="ctr">
              <a:buNone/>
              <a:defRPr sz="1035"/>
            </a:lvl6pPr>
            <a:lvl7pPr marL="1774302" indent="0" algn="ctr">
              <a:buNone/>
              <a:defRPr sz="1035"/>
            </a:lvl7pPr>
            <a:lvl8pPr marL="2070019" indent="0" algn="ctr">
              <a:buNone/>
              <a:defRPr sz="1035"/>
            </a:lvl8pPr>
            <a:lvl9pPr marL="2365736" indent="0" algn="ctr">
              <a:buNone/>
              <a:defRPr sz="103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69C9-81A7-064D-B6D1-2C94FD623D00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E9004-A526-3B4B-A58D-CA80074F7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121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69C9-81A7-064D-B6D1-2C94FD623D00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E9004-A526-3B4B-A58D-CA80074F7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235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527" y="1105790"/>
            <a:ext cx="5126355" cy="1845034"/>
          </a:xfrm>
        </p:spPr>
        <p:txBody>
          <a:bodyPr anchor="b"/>
          <a:lstStyle>
            <a:lvl1pPr>
              <a:defRPr sz="388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5527" y="2968279"/>
            <a:ext cx="5126355" cy="970260"/>
          </a:xfrm>
        </p:spPr>
        <p:txBody>
          <a:bodyPr/>
          <a:lstStyle>
            <a:lvl1pPr marL="0" indent="0">
              <a:buNone/>
              <a:defRPr sz="1552">
                <a:solidFill>
                  <a:schemeClr val="tx1">
                    <a:tint val="82000"/>
                  </a:schemeClr>
                </a:solidFill>
              </a:defRPr>
            </a:lvl1pPr>
            <a:lvl2pPr marL="295717" indent="0">
              <a:buNone/>
              <a:defRPr sz="1294">
                <a:solidFill>
                  <a:schemeClr val="tx1">
                    <a:tint val="82000"/>
                  </a:schemeClr>
                </a:solidFill>
              </a:defRPr>
            </a:lvl2pPr>
            <a:lvl3pPr marL="591434" indent="0">
              <a:buNone/>
              <a:defRPr sz="1164">
                <a:solidFill>
                  <a:schemeClr val="tx1">
                    <a:tint val="82000"/>
                  </a:schemeClr>
                </a:solidFill>
              </a:defRPr>
            </a:lvl3pPr>
            <a:lvl4pPr marL="887151" indent="0">
              <a:buNone/>
              <a:defRPr sz="1035">
                <a:solidFill>
                  <a:schemeClr val="tx1">
                    <a:tint val="82000"/>
                  </a:schemeClr>
                </a:solidFill>
              </a:defRPr>
            </a:lvl4pPr>
            <a:lvl5pPr marL="1182868" indent="0">
              <a:buNone/>
              <a:defRPr sz="1035">
                <a:solidFill>
                  <a:schemeClr val="tx1">
                    <a:tint val="82000"/>
                  </a:schemeClr>
                </a:solidFill>
              </a:defRPr>
            </a:lvl5pPr>
            <a:lvl6pPr marL="1478585" indent="0">
              <a:buNone/>
              <a:defRPr sz="1035">
                <a:solidFill>
                  <a:schemeClr val="tx1">
                    <a:tint val="82000"/>
                  </a:schemeClr>
                </a:solidFill>
              </a:defRPr>
            </a:lvl6pPr>
            <a:lvl7pPr marL="1774302" indent="0">
              <a:buNone/>
              <a:defRPr sz="1035">
                <a:solidFill>
                  <a:schemeClr val="tx1">
                    <a:tint val="82000"/>
                  </a:schemeClr>
                </a:solidFill>
              </a:defRPr>
            </a:lvl7pPr>
            <a:lvl8pPr marL="2070019" indent="0">
              <a:buNone/>
              <a:defRPr sz="1035">
                <a:solidFill>
                  <a:schemeClr val="tx1">
                    <a:tint val="82000"/>
                  </a:schemeClr>
                </a:solidFill>
              </a:defRPr>
            </a:lvl8pPr>
            <a:lvl9pPr marL="2365736" indent="0">
              <a:buNone/>
              <a:defRPr sz="103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69C9-81A7-064D-B6D1-2C94FD623D00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E9004-A526-3B4B-A58D-CA80074F7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842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8623" y="1180740"/>
            <a:ext cx="2526030" cy="28142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08948" y="1180740"/>
            <a:ext cx="2526030" cy="28142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69C9-81A7-064D-B6D1-2C94FD623D00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E9004-A526-3B4B-A58D-CA80074F7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095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236149"/>
            <a:ext cx="5126355" cy="8573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9397" y="1087308"/>
            <a:ext cx="2514421" cy="532873"/>
          </a:xfrm>
        </p:spPr>
        <p:txBody>
          <a:bodyPr anchor="b"/>
          <a:lstStyle>
            <a:lvl1pPr marL="0" indent="0">
              <a:buNone/>
              <a:defRPr sz="1552" b="1"/>
            </a:lvl1pPr>
            <a:lvl2pPr marL="295717" indent="0">
              <a:buNone/>
              <a:defRPr sz="1294" b="1"/>
            </a:lvl2pPr>
            <a:lvl3pPr marL="591434" indent="0">
              <a:buNone/>
              <a:defRPr sz="1164" b="1"/>
            </a:lvl3pPr>
            <a:lvl4pPr marL="887151" indent="0">
              <a:buNone/>
              <a:defRPr sz="1035" b="1"/>
            </a:lvl4pPr>
            <a:lvl5pPr marL="1182868" indent="0">
              <a:buNone/>
              <a:defRPr sz="1035" b="1"/>
            </a:lvl5pPr>
            <a:lvl6pPr marL="1478585" indent="0">
              <a:buNone/>
              <a:defRPr sz="1035" b="1"/>
            </a:lvl6pPr>
            <a:lvl7pPr marL="1774302" indent="0">
              <a:buNone/>
              <a:defRPr sz="1035" b="1"/>
            </a:lvl7pPr>
            <a:lvl8pPr marL="2070019" indent="0">
              <a:buNone/>
              <a:defRPr sz="1035" b="1"/>
            </a:lvl8pPr>
            <a:lvl9pPr marL="2365736" indent="0">
              <a:buNone/>
              <a:defRPr sz="103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9397" y="1620181"/>
            <a:ext cx="2514421" cy="2383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08948" y="1087308"/>
            <a:ext cx="2526804" cy="532873"/>
          </a:xfrm>
        </p:spPr>
        <p:txBody>
          <a:bodyPr anchor="b"/>
          <a:lstStyle>
            <a:lvl1pPr marL="0" indent="0">
              <a:buNone/>
              <a:defRPr sz="1552" b="1"/>
            </a:lvl1pPr>
            <a:lvl2pPr marL="295717" indent="0">
              <a:buNone/>
              <a:defRPr sz="1294" b="1"/>
            </a:lvl2pPr>
            <a:lvl3pPr marL="591434" indent="0">
              <a:buNone/>
              <a:defRPr sz="1164" b="1"/>
            </a:lvl3pPr>
            <a:lvl4pPr marL="887151" indent="0">
              <a:buNone/>
              <a:defRPr sz="1035" b="1"/>
            </a:lvl4pPr>
            <a:lvl5pPr marL="1182868" indent="0">
              <a:buNone/>
              <a:defRPr sz="1035" b="1"/>
            </a:lvl5pPr>
            <a:lvl6pPr marL="1478585" indent="0">
              <a:buNone/>
              <a:defRPr sz="1035" b="1"/>
            </a:lvl6pPr>
            <a:lvl7pPr marL="1774302" indent="0">
              <a:buNone/>
              <a:defRPr sz="1035" b="1"/>
            </a:lvl7pPr>
            <a:lvl8pPr marL="2070019" indent="0">
              <a:buNone/>
              <a:defRPr sz="1035" b="1"/>
            </a:lvl8pPr>
            <a:lvl9pPr marL="2365736" indent="0">
              <a:buNone/>
              <a:defRPr sz="103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08948" y="1620181"/>
            <a:ext cx="2526804" cy="2383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69C9-81A7-064D-B6D1-2C94FD623D00}" type="datetimeFigureOut">
              <a:rPr lang="en-US" smtClean="0"/>
              <a:t>9/3/26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E9004-A526-3B4B-A58D-CA80074F7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689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69C9-81A7-064D-B6D1-2C94FD623D00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E9004-A526-3B4B-A58D-CA80074F7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077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69C9-81A7-064D-B6D1-2C94FD623D00}" type="datetimeFigureOut">
              <a:rPr lang="en-US" smtClean="0"/>
              <a:t>9/3/26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E9004-A526-3B4B-A58D-CA80074F7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169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295698"/>
            <a:ext cx="1916966" cy="1034944"/>
          </a:xfrm>
        </p:spPr>
        <p:txBody>
          <a:bodyPr anchor="b"/>
          <a:lstStyle>
            <a:lvl1pPr>
              <a:defRPr sz="207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6804" y="638627"/>
            <a:ext cx="3008948" cy="3152062"/>
          </a:xfrm>
        </p:spPr>
        <p:txBody>
          <a:bodyPr/>
          <a:lstStyle>
            <a:lvl1pPr>
              <a:defRPr sz="2070"/>
            </a:lvl1pPr>
            <a:lvl2pPr>
              <a:defRPr sz="1811"/>
            </a:lvl2pPr>
            <a:lvl3pPr>
              <a:defRPr sz="1552"/>
            </a:lvl3pPr>
            <a:lvl4pPr>
              <a:defRPr sz="1294"/>
            </a:lvl4pPr>
            <a:lvl5pPr>
              <a:defRPr sz="1294"/>
            </a:lvl5pPr>
            <a:lvl6pPr>
              <a:defRPr sz="1294"/>
            </a:lvl6pPr>
            <a:lvl7pPr>
              <a:defRPr sz="1294"/>
            </a:lvl7pPr>
            <a:lvl8pPr>
              <a:defRPr sz="1294"/>
            </a:lvl8pPr>
            <a:lvl9pPr>
              <a:defRPr sz="129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397" y="1330642"/>
            <a:ext cx="1916966" cy="2465180"/>
          </a:xfrm>
        </p:spPr>
        <p:txBody>
          <a:bodyPr/>
          <a:lstStyle>
            <a:lvl1pPr marL="0" indent="0">
              <a:buNone/>
              <a:defRPr sz="1035"/>
            </a:lvl1pPr>
            <a:lvl2pPr marL="295717" indent="0">
              <a:buNone/>
              <a:defRPr sz="906"/>
            </a:lvl2pPr>
            <a:lvl3pPr marL="591434" indent="0">
              <a:buNone/>
              <a:defRPr sz="776"/>
            </a:lvl3pPr>
            <a:lvl4pPr marL="887151" indent="0">
              <a:buNone/>
              <a:defRPr sz="647"/>
            </a:lvl4pPr>
            <a:lvl5pPr marL="1182868" indent="0">
              <a:buNone/>
              <a:defRPr sz="647"/>
            </a:lvl5pPr>
            <a:lvl6pPr marL="1478585" indent="0">
              <a:buNone/>
              <a:defRPr sz="647"/>
            </a:lvl6pPr>
            <a:lvl7pPr marL="1774302" indent="0">
              <a:buNone/>
              <a:defRPr sz="647"/>
            </a:lvl7pPr>
            <a:lvl8pPr marL="2070019" indent="0">
              <a:buNone/>
              <a:defRPr sz="647"/>
            </a:lvl8pPr>
            <a:lvl9pPr marL="2365736" indent="0">
              <a:buNone/>
              <a:defRPr sz="64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69C9-81A7-064D-B6D1-2C94FD623D00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E9004-A526-3B4B-A58D-CA80074F7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359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295698"/>
            <a:ext cx="1916966" cy="1034944"/>
          </a:xfrm>
        </p:spPr>
        <p:txBody>
          <a:bodyPr anchor="b"/>
          <a:lstStyle>
            <a:lvl1pPr>
              <a:defRPr sz="207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26804" y="638627"/>
            <a:ext cx="3008948" cy="3152062"/>
          </a:xfrm>
        </p:spPr>
        <p:txBody>
          <a:bodyPr anchor="t"/>
          <a:lstStyle>
            <a:lvl1pPr marL="0" indent="0">
              <a:buNone/>
              <a:defRPr sz="2070"/>
            </a:lvl1pPr>
            <a:lvl2pPr marL="295717" indent="0">
              <a:buNone/>
              <a:defRPr sz="1811"/>
            </a:lvl2pPr>
            <a:lvl3pPr marL="591434" indent="0">
              <a:buNone/>
              <a:defRPr sz="1552"/>
            </a:lvl3pPr>
            <a:lvl4pPr marL="887151" indent="0">
              <a:buNone/>
              <a:defRPr sz="1294"/>
            </a:lvl4pPr>
            <a:lvl5pPr marL="1182868" indent="0">
              <a:buNone/>
              <a:defRPr sz="1294"/>
            </a:lvl5pPr>
            <a:lvl6pPr marL="1478585" indent="0">
              <a:buNone/>
              <a:defRPr sz="1294"/>
            </a:lvl6pPr>
            <a:lvl7pPr marL="1774302" indent="0">
              <a:buNone/>
              <a:defRPr sz="1294"/>
            </a:lvl7pPr>
            <a:lvl8pPr marL="2070019" indent="0">
              <a:buNone/>
              <a:defRPr sz="1294"/>
            </a:lvl8pPr>
            <a:lvl9pPr marL="2365736" indent="0">
              <a:buNone/>
              <a:defRPr sz="129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397" y="1330642"/>
            <a:ext cx="1916966" cy="2465180"/>
          </a:xfrm>
        </p:spPr>
        <p:txBody>
          <a:bodyPr/>
          <a:lstStyle>
            <a:lvl1pPr marL="0" indent="0">
              <a:buNone/>
              <a:defRPr sz="1035"/>
            </a:lvl1pPr>
            <a:lvl2pPr marL="295717" indent="0">
              <a:buNone/>
              <a:defRPr sz="906"/>
            </a:lvl2pPr>
            <a:lvl3pPr marL="591434" indent="0">
              <a:buNone/>
              <a:defRPr sz="776"/>
            </a:lvl3pPr>
            <a:lvl4pPr marL="887151" indent="0">
              <a:buNone/>
              <a:defRPr sz="647"/>
            </a:lvl4pPr>
            <a:lvl5pPr marL="1182868" indent="0">
              <a:buNone/>
              <a:defRPr sz="647"/>
            </a:lvl5pPr>
            <a:lvl6pPr marL="1478585" indent="0">
              <a:buNone/>
              <a:defRPr sz="647"/>
            </a:lvl6pPr>
            <a:lvl7pPr marL="1774302" indent="0">
              <a:buNone/>
              <a:defRPr sz="647"/>
            </a:lvl7pPr>
            <a:lvl8pPr marL="2070019" indent="0">
              <a:buNone/>
              <a:defRPr sz="647"/>
            </a:lvl8pPr>
            <a:lvl9pPr marL="2365736" indent="0">
              <a:buNone/>
              <a:defRPr sz="64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69C9-81A7-064D-B6D1-2C94FD623D00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E9004-A526-3B4B-A58D-CA80074F7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062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69C9-81A7-064D-B6D1-2C94FD623D00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E9004-A526-3B4B-A58D-CA80074F7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104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253389" y="236148"/>
            <a:ext cx="1281589" cy="37588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8623" y="236148"/>
            <a:ext cx="3770471" cy="37588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69C9-81A7-064D-B6D1-2C94FD623D00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E9004-A526-3B4B-A58D-CA80074F7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582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8623" y="236149"/>
            <a:ext cx="5126355" cy="8573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8623" y="1180740"/>
            <a:ext cx="5126355" cy="28142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8622" y="4111029"/>
            <a:ext cx="1337310" cy="236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7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7D69C9-81A7-064D-B6D1-2C94FD623D00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68818" y="4111029"/>
            <a:ext cx="2005965" cy="236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7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97668" y="4111029"/>
            <a:ext cx="1337310" cy="2361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7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4E9004-A526-3B4B-A58D-CA80074F7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035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591434" rtl="0" eaLnBrk="1" latinLnBrk="0" hangingPunct="1">
        <a:lnSpc>
          <a:spcPct val="90000"/>
        </a:lnSpc>
        <a:spcBef>
          <a:spcPct val="0"/>
        </a:spcBef>
        <a:buNone/>
        <a:defRPr sz="284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7858" indent="-147858" algn="l" defTabSz="591434" rtl="0" eaLnBrk="1" latinLnBrk="0" hangingPunct="1">
        <a:lnSpc>
          <a:spcPct val="90000"/>
        </a:lnSpc>
        <a:spcBef>
          <a:spcPts val="647"/>
        </a:spcBef>
        <a:buFont typeface="Arial" panose="020B0604020202020204" pitchFamily="34" charset="0"/>
        <a:buChar char="•"/>
        <a:defRPr sz="1811" kern="1200">
          <a:solidFill>
            <a:schemeClr val="tx1"/>
          </a:solidFill>
          <a:latin typeface="+mn-lt"/>
          <a:ea typeface="+mn-ea"/>
          <a:cs typeface="+mn-cs"/>
        </a:defRPr>
      </a:lvl1pPr>
      <a:lvl2pPr marL="443575" indent="-147858" algn="l" defTabSz="591434" rtl="0" eaLnBrk="1" latinLnBrk="0" hangingPunct="1">
        <a:lnSpc>
          <a:spcPct val="90000"/>
        </a:lnSpc>
        <a:spcBef>
          <a:spcPts val="323"/>
        </a:spcBef>
        <a:buFont typeface="Arial" panose="020B0604020202020204" pitchFamily="34" charset="0"/>
        <a:buChar char="•"/>
        <a:defRPr sz="1552" kern="1200">
          <a:solidFill>
            <a:schemeClr val="tx1"/>
          </a:solidFill>
          <a:latin typeface="+mn-lt"/>
          <a:ea typeface="+mn-ea"/>
          <a:cs typeface="+mn-cs"/>
        </a:defRPr>
      </a:lvl2pPr>
      <a:lvl3pPr marL="739292" indent="-147858" algn="l" defTabSz="591434" rtl="0" eaLnBrk="1" latinLnBrk="0" hangingPunct="1">
        <a:lnSpc>
          <a:spcPct val="90000"/>
        </a:lnSpc>
        <a:spcBef>
          <a:spcPts val="323"/>
        </a:spcBef>
        <a:buFont typeface="Arial" panose="020B0604020202020204" pitchFamily="34" charset="0"/>
        <a:buChar char="•"/>
        <a:defRPr sz="1294" kern="1200">
          <a:solidFill>
            <a:schemeClr val="tx1"/>
          </a:solidFill>
          <a:latin typeface="+mn-lt"/>
          <a:ea typeface="+mn-ea"/>
          <a:cs typeface="+mn-cs"/>
        </a:defRPr>
      </a:lvl3pPr>
      <a:lvl4pPr marL="1035009" indent="-147858" algn="l" defTabSz="591434" rtl="0" eaLnBrk="1" latinLnBrk="0" hangingPunct="1">
        <a:lnSpc>
          <a:spcPct val="90000"/>
        </a:lnSpc>
        <a:spcBef>
          <a:spcPts val="323"/>
        </a:spcBef>
        <a:buFont typeface="Arial" panose="020B0604020202020204" pitchFamily="34" charset="0"/>
        <a:buChar char="•"/>
        <a:defRPr sz="1164" kern="1200">
          <a:solidFill>
            <a:schemeClr val="tx1"/>
          </a:solidFill>
          <a:latin typeface="+mn-lt"/>
          <a:ea typeface="+mn-ea"/>
          <a:cs typeface="+mn-cs"/>
        </a:defRPr>
      </a:lvl4pPr>
      <a:lvl5pPr marL="1330726" indent="-147858" algn="l" defTabSz="591434" rtl="0" eaLnBrk="1" latinLnBrk="0" hangingPunct="1">
        <a:lnSpc>
          <a:spcPct val="90000"/>
        </a:lnSpc>
        <a:spcBef>
          <a:spcPts val="323"/>
        </a:spcBef>
        <a:buFont typeface="Arial" panose="020B0604020202020204" pitchFamily="34" charset="0"/>
        <a:buChar char="•"/>
        <a:defRPr sz="1164" kern="1200">
          <a:solidFill>
            <a:schemeClr val="tx1"/>
          </a:solidFill>
          <a:latin typeface="+mn-lt"/>
          <a:ea typeface="+mn-ea"/>
          <a:cs typeface="+mn-cs"/>
        </a:defRPr>
      </a:lvl5pPr>
      <a:lvl6pPr marL="1626443" indent="-147858" algn="l" defTabSz="591434" rtl="0" eaLnBrk="1" latinLnBrk="0" hangingPunct="1">
        <a:lnSpc>
          <a:spcPct val="90000"/>
        </a:lnSpc>
        <a:spcBef>
          <a:spcPts val="323"/>
        </a:spcBef>
        <a:buFont typeface="Arial" panose="020B0604020202020204" pitchFamily="34" charset="0"/>
        <a:buChar char="•"/>
        <a:defRPr sz="1164" kern="1200">
          <a:solidFill>
            <a:schemeClr val="tx1"/>
          </a:solidFill>
          <a:latin typeface="+mn-lt"/>
          <a:ea typeface="+mn-ea"/>
          <a:cs typeface="+mn-cs"/>
        </a:defRPr>
      </a:lvl6pPr>
      <a:lvl7pPr marL="1922160" indent="-147858" algn="l" defTabSz="591434" rtl="0" eaLnBrk="1" latinLnBrk="0" hangingPunct="1">
        <a:lnSpc>
          <a:spcPct val="90000"/>
        </a:lnSpc>
        <a:spcBef>
          <a:spcPts val="323"/>
        </a:spcBef>
        <a:buFont typeface="Arial" panose="020B0604020202020204" pitchFamily="34" charset="0"/>
        <a:buChar char="•"/>
        <a:defRPr sz="1164" kern="1200">
          <a:solidFill>
            <a:schemeClr val="tx1"/>
          </a:solidFill>
          <a:latin typeface="+mn-lt"/>
          <a:ea typeface="+mn-ea"/>
          <a:cs typeface="+mn-cs"/>
        </a:defRPr>
      </a:lvl7pPr>
      <a:lvl8pPr marL="2217877" indent="-147858" algn="l" defTabSz="591434" rtl="0" eaLnBrk="1" latinLnBrk="0" hangingPunct="1">
        <a:lnSpc>
          <a:spcPct val="90000"/>
        </a:lnSpc>
        <a:spcBef>
          <a:spcPts val="323"/>
        </a:spcBef>
        <a:buFont typeface="Arial" panose="020B0604020202020204" pitchFamily="34" charset="0"/>
        <a:buChar char="•"/>
        <a:defRPr sz="1164" kern="1200">
          <a:solidFill>
            <a:schemeClr val="tx1"/>
          </a:solidFill>
          <a:latin typeface="+mn-lt"/>
          <a:ea typeface="+mn-ea"/>
          <a:cs typeface="+mn-cs"/>
        </a:defRPr>
      </a:lvl8pPr>
      <a:lvl9pPr marL="2513594" indent="-147858" algn="l" defTabSz="591434" rtl="0" eaLnBrk="1" latinLnBrk="0" hangingPunct="1">
        <a:lnSpc>
          <a:spcPct val="90000"/>
        </a:lnSpc>
        <a:spcBef>
          <a:spcPts val="323"/>
        </a:spcBef>
        <a:buFont typeface="Arial" panose="020B0604020202020204" pitchFamily="34" charset="0"/>
        <a:buChar char="•"/>
        <a:defRPr sz="116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91434" rtl="0" eaLnBrk="1" latinLnBrk="0" hangingPunct="1">
        <a:defRPr sz="1164" kern="1200">
          <a:solidFill>
            <a:schemeClr val="tx1"/>
          </a:solidFill>
          <a:latin typeface="+mn-lt"/>
          <a:ea typeface="+mn-ea"/>
          <a:cs typeface="+mn-cs"/>
        </a:defRPr>
      </a:lvl1pPr>
      <a:lvl2pPr marL="295717" algn="l" defTabSz="591434" rtl="0" eaLnBrk="1" latinLnBrk="0" hangingPunct="1">
        <a:defRPr sz="1164" kern="1200">
          <a:solidFill>
            <a:schemeClr val="tx1"/>
          </a:solidFill>
          <a:latin typeface="+mn-lt"/>
          <a:ea typeface="+mn-ea"/>
          <a:cs typeface="+mn-cs"/>
        </a:defRPr>
      </a:lvl2pPr>
      <a:lvl3pPr marL="591434" algn="l" defTabSz="591434" rtl="0" eaLnBrk="1" latinLnBrk="0" hangingPunct="1">
        <a:defRPr sz="1164" kern="1200">
          <a:solidFill>
            <a:schemeClr val="tx1"/>
          </a:solidFill>
          <a:latin typeface="+mn-lt"/>
          <a:ea typeface="+mn-ea"/>
          <a:cs typeface="+mn-cs"/>
        </a:defRPr>
      </a:lvl3pPr>
      <a:lvl4pPr marL="887151" algn="l" defTabSz="591434" rtl="0" eaLnBrk="1" latinLnBrk="0" hangingPunct="1">
        <a:defRPr sz="1164" kern="1200">
          <a:solidFill>
            <a:schemeClr val="tx1"/>
          </a:solidFill>
          <a:latin typeface="+mn-lt"/>
          <a:ea typeface="+mn-ea"/>
          <a:cs typeface="+mn-cs"/>
        </a:defRPr>
      </a:lvl4pPr>
      <a:lvl5pPr marL="1182868" algn="l" defTabSz="591434" rtl="0" eaLnBrk="1" latinLnBrk="0" hangingPunct="1">
        <a:defRPr sz="1164" kern="1200">
          <a:solidFill>
            <a:schemeClr val="tx1"/>
          </a:solidFill>
          <a:latin typeface="+mn-lt"/>
          <a:ea typeface="+mn-ea"/>
          <a:cs typeface="+mn-cs"/>
        </a:defRPr>
      </a:lvl5pPr>
      <a:lvl6pPr marL="1478585" algn="l" defTabSz="591434" rtl="0" eaLnBrk="1" latinLnBrk="0" hangingPunct="1">
        <a:defRPr sz="1164" kern="1200">
          <a:solidFill>
            <a:schemeClr val="tx1"/>
          </a:solidFill>
          <a:latin typeface="+mn-lt"/>
          <a:ea typeface="+mn-ea"/>
          <a:cs typeface="+mn-cs"/>
        </a:defRPr>
      </a:lvl6pPr>
      <a:lvl7pPr marL="1774302" algn="l" defTabSz="591434" rtl="0" eaLnBrk="1" latinLnBrk="0" hangingPunct="1">
        <a:defRPr sz="1164" kern="1200">
          <a:solidFill>
            <a:schemeClr val="tx1"/>
          </a:solidFill>
          <a:latin typeface="+mn-lt"/>
          <a:ea typeface="+mn-ea"/>
          <a:cs typeface="+mn-cs"/>
        </a:defRPr>
      </a:lvl7pPr>
      <a:lvl8pPr marL="2070019" algn="l" defTabSz="591434" rtl="0" eaLnBrk="1" latinLnBrk="0" hangingPunct="1">
        <a:defRPr sz="1164" kern="1200">
          <a:solidFill>
            <a:schemeClr val="tx1"/>
          </a:solidFill>
          <a:latin typeface="+mn-lt"/>
          <a:ea typeface="+mn-ea"/>
          <a:cs typeface="+mn-cs"/>
        </a:defRPr>
      </a:lvl8pPr>
      <a:lvl9pPr marL="2365736" algn="l" defTabSz="591434" rtl="0" eaLnBrk="1" latinLnBrk="0" hangingPunct="1">
        <a:defRPr sz="116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13" Type="http://schemas.openxmlformats.org/officeDocument/2006/relationships/image" Target="../media/image11.emf"/><Relationship Id="rId3" Type="http://schemas.openxmlformats.org/officeDocument/2006/relationships/image" Target="../media/image1.emf"/><Relationship Id="rId7" Type="http://schemas.openxmlformats.org/officeDocument/2006/relationships/image" Target="../media/image5.emf"/><Relationship Id="rId12" Type="http://schemas.openxmlformats.org/officeDocument/2006/relationships/image" Target="../media/image10.emf"/><Relationship Id="rId17" Type="http://schemas.openxmlformats.org/officeDocument/2006/relationships/image" Target="../media/image15.emf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11" Type="http://schemas.openxmlformats.org/officeDocument/2006/relationships/image" Target="../media/image9.emf"/><Relationship Id="rId5" Type="http://schemas.openxmlformats.org/officeDocument/2006/relationships/image" Target="../media/image3.emf"/><Relationship Id="rId15" Type="http://schemas.openxmlformats.org/officeDocument/2006/relationships/image" Target="../media/image13.emf"/><Relationship Id="rId10" Type="http://schemas.openxmlformats.org/officeDocument/2006/relationships/image" Target="../media/image8.emf"/><Relationship Id="rId4" Type="http://schemas.openxmlformats.org/officeDocument/2006/relationships/image" Target="../media/image2.emf"/><Relationship Id="rId9" Type="http://schemas.openxmlformats.org/officeDocument/2006/relationships/image" Target="../media/image7.emf"/><Relationship Id="rId14" Type="http://schemas.openxmlformats.org/officeDocument/2006/relationships/image" Target="../media/image1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Picture 95">
            <a:extLst>
              <a:ext uri="{FF2B5EF4-FFF2-40B4-BE49-F238E27FC236}">
                <a16:creationId xmlns:a16="http://schemas.microsoft.com/office/drawing/2014/main" id="{0C869C34-1B1F-11BC-16F8-AAA6E70D38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3995" y="211941"/>
            <a:ext cx="1181100" cy="1460500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EE95A395-3386-3B86-974D-CB0C6F361E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3995" y="1544153"/>
            <a:ext cx="1181100" cy="1460500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5018A438-D4CF-5528-E811-804E117E7D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3995" y="2876366"/>
            <a:ext cx="1181100" cy="15494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DAA66B7E-CDF3-E604-1690-08E0BE35F1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" y="211941"/>
            <a:ext cx="1181100" cy="14605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5DEB79B8-062F-08ED-2852-395644F696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5388" y="211941"/>
            <a:ext cx="1181100" cy="14605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EE10323A-A839-4BFD-B192-B5DFB801429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47352" y="211941"/>
            <a:ext cx="1181100" cy="146050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5F89AFF5-960F-CF5B-9A15-42D31435233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74343" y="211941"/>
            <a:ext cx="1181100" cy="14605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D03352E8-5937-DD68-2F08-B2A385AFC052}"/>
              </a:ext>
            </a:extLst>
          </p:cNvPr>
          <p:cNvSpPr txBox="1"/>
          <p:nvPr/>
        </p:nvSpPr>
        <p:spPr>
          <a:xfrm>
            <a:off x="786777" y="1197998"/>
            <a:ext cx="36901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R: 23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82C25B5-C25F-A06F-2641-E8865FDC2B0B}"/>
              </a:ext>
            </a:extLst>
          </p:cNvPr>
          <p:cNvSpPr txBox="1"/>
          <p:nvPr/>
        </p:nvSpPr>
        <p:spPr>
          <a:xfrm>
            <a:off x="2009014" y="1095464"/>
            <a:ext cx="32573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R: 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57B0322-9813-8F15-894F-970072B48D61}"/>
              </a:ext>
            </a:extLst>
          </p:cNvPr>
          <p:cNvSpPr txBox="1"/>
          <p:nvPr/>
        </p:nvSpPr>
        <p:spPr>
          <a:xfrm>
            <a:off x="3229713" y="1187797"/>
            <a:ext cx="32573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R: 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A8589F5-D07F-66A7-FF16-DEA0666DA6DE}"/>
              </a:ext>
            </a:extLst>
          </p:cNvPr>
          <p:cNvSpPr txBox="1"/>
          <p:nvPr/>
        </p:nvSpPr>
        <p:spPr>
          <a:xfrm>
            <a:off x="4363123" y="1187797"/>
            <a:ext cx="32573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R: 7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2093A4D2-D2AE-A6D5-6984-3242EC32D5D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74343" y="1544153"/>
            <a:ext cx="1181100" cy="14605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3FC5C11D-9064-06C3-FF8D-A1D6474CB11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47352" y="1544153"/>
            <a:ext cx="1181100" cy="14605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A234A99C-5241-D5AB-1EB5-EB32193C053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95388" y="1544153"/>
            <a:ext cx="1181100" cy="14605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F91B1516-FFA9-AC1C-6CC5-7D2A517EF40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05" y="1544153"/>
            <a:ext cx="1181100" cy="1460500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59CA6AAA-5254-6697-C581-2A84AC6F9E76}"/>
              </a:ext>
            </a:extLst>
          </p:cNvPr>
          <p:cNvSpPr txBox="1"/>
          <p:nvPr/>
        </p:nvSpPr>
        <p:spPr>
          <a:xfrm>
            <a:off x="862284" y="2530211"/>
            <a:ext cx="32573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R: 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BB1B030-1A4B-11EC-13EF-9B3B668B6D68}"/>
              </a:ext>
            </a:extLst>
          </p:cNvPr>
          <p:cNvSpPr txBox="1"/>
          <p:nvPr/>
        </p:nvSpPr>
        <p:spPr>
          <a:xfrm>
            <a:off x="2006922" y="2530211"/>
            <a:ext cx="32573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R: 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F24B0EA-05D5-AB8E-3498-63CF4339A499}"/>
              </a:ext>
            </a:extLst>
          </p:cNvPr>
          <p:cNvSpPr txBox="1"/>
          <p:nvPr/>
        </p:nvSpPr>
        <p:spPr>
          <a:xfrm>
            <a:off x="3193805" y="2530211"/>
            <a:ext cx="36901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R: 23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271680F-E9AB-9A74-0D44-27864B846A45}"/>
              </a:ext>
            </a:extLst>
          </p:cNvPr>
          <p:cNvSpPr txBox="1"/>
          <p:nvPr/>
        </p:nvSpPr>
        <p:spPr>
          <a:xfrm>
            <a:off x="4319841" y="2530211"/>
            <a:ext cx="36901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R: 27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769295F8-1EDB-0815-1D81-15E3B0D58066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505" y="2876366"/>
            <a:ext cx="1181100" cy="1549400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AFD4E6B9-A2C2-0E90-8ECE-9CC53443A9F0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1195388" y="2876366"/>
            <a:ext cx="1181100" cy="1549400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6F83A374-6612-4E59-35D1-0E056BDABEB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374343" y="2876366"/>
            <a:ext cx="1181100" cy="154940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5ED3C093-2B3D-4BD4-C7FF-2AAF5BBD5BF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547352" y="2876366"/>
            <a:ext cx="1181100" cy="1549400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DEF90979-F82C-7795-B53F-92957F642AAE}"/>
              </a:ext>
            </a:extLst>
          </p:cNvPr>
          <p:cNvSpPr txBox="1"/>
          <p:nvPr/>
        </p:nvSpPr>
        <p:spPr>
          <a:xfrm>
            <a:off x="825790" y="3953538"/>
            <a:ext cx="32573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R: 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5263C17-3180-AE15-3169-F687BBE7D10D}"/>
              </a:ext>
            </a:extLst>
          </p:cNvPr>
          <p:cNvSpPr txBox="1"/>
          <p:nvPr/>
        </p:nvSpPr>
        <p:spPr>
          <a:xfrm>
            <a:off x="1961463" y="3953538"/>
            <a:ext cx="36901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R: 27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4A35650-F2CF-D75C-66DD-6E3973707EBE}"/>
              </a:ext>
            </a:extLst>
          </p:cNvPr>
          <p:cNvSpPr txBox="1"/>
          <p:nvPr/>
        </p:nvSpPr>
        <p:spPr>
          <a:xfrm>
            <a:off x="3094873" y="3953538"/>
            <a:ext cx="34817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R:11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8B5474F-0778-2C98-F858-669E40CBED39}"/>
              </a:ext>
            </a:extLst>
          </p:cNvPr>
          <p:cNvSpPr txBox="1"/>
          <p:nvPr/>
        </p:nvSpPr>
        <p:spPr>
          <a:xfrm>
            <a:off x="4357295" y="3953892"/>
            <a:ext cx="36901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R: 32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2C4FFDE-D2E4-6001-8E33-6CBDE62E886D}"/>
              </a:ext>
            </a:extLst>
          </p:cNvPr>
          <p:cNvSpPr txBox="1"/>
          <p:nvPr/>
        </p:nvSpPr>
        <p:spPr>
          <a:xfrm rot="16200000">
            <a:off x="-442061" y="3543344"/>
            <a:ext cx="105670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ALE (Anthracnose)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E1808AC-07F6-FE1C-D468-63002F41C46E}"/>
              </a:ext>
            </a:extLst>
          </p:cNvPr>
          <p:cNvSpPr txBox="1"/>
          <p:nvPr/>
        </p:nvSpPr>
        <p:spPr>
          <a:xfrm>
            <a:off x="5160039" y="3748454"/>
            <a:ext cx="36901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R: 21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7683EF3-E767-18BE-4D4C-9D5A9456CF86}"/>
              </a:ext>
            </a:extLst>
          </p:cNvPr>
          <p:cNvSpPr txBox="1"/>
          <p:nvPr/>
        </p:nvSpPr>
        <p:spPr>
          <a:xfrm>
            <a:off x="5476745" y="2912320"/>
            <a:ext cx="36901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R: 10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BF162C5-3E59-E1CB-0F05-44BFB587B0D1}"/>
              </a:ext>
            </a:extLst>
          </p:cNvPr>
          <p:cNvSpPr txBox="1"/>
          <p:nvPr/>
        </p:nvSpPr>
        <p:spPr>
          <a:xfrm>
            <a:off x="5518246" y="2487109"/>
            <a:ext cx="32573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R: 9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7DB6468-CD46-BCD9-C5B7-0D451BE1512C}"/>
              </a:ext>
            </a:extLst>
          </p:cNvPr>
          <p:cNvSpPr txBox="1"/>
          <p:nvPr/>
        </p:nvSpPr>
        <p:spPr>
          <a:xfrm>
            <a:off x="5209103" y="1701010"/>
            <a:ext cx="32573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R: 7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F26E56D-E203-53E4-C790-31311D55114F}"/>
              </a:ext>
            </a:extLst>
          </p:cNvPr>
          <p:cNvSpPr txBox="1"/>
          <p:nvPr/>
        </p:nvSpPr>
        <p:spPr>
          <a:xfrm>
            <a:off x="5514763" y="1230047"/>
            <a:ext cx="36901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R: 38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86B14714-D042-1929-5390-349292E7DD47}"/>
              </a:ext>
            </a:extLst>
          </p:cNvPr>
          <p:cNvSpPr txBox="1"/>
          <p:nvPr/>
        </p:nvSpPr>
        <p:spPr>
          <a:xfrm>
            <a:off x="5187462" y="217003"/>
            <a:ext cx="36901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R: 14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48C04329-6FD0-A745-05FD-DD0349CBC3D4}"/>
              </a:ext>
            </a:extLst>
          </p:cNvPr>
          <p:cNvSpPr txBox="1"/>
          <p:nvPr/>
        </p:nvSpPr>
        <p:spPr>
          <a:xfrm rot="16200000">
            <a:off x="-444464" y="2146042"/>
            <a:ext cx="106150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ALE (Brown Patch)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9402E8E-606B-F22E-FC21-13BB50F96D0E}"/>
              </a:ext>
            </a:extLst>
          </p:cNvPr>
          <p:cNvSpPr txBox="1"/>
          <p:nvPr/>
        </p:nvSpPr>
        <p:spPr>
          <a:xfrm rot="16200000">
            <a:off x="-420419" y="748741"/>
            <a:ext cx="101341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ALE (Crown Rust)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CD72B42-12C6-9E86-C732-946E3F715310}"/>
              </a:ext>
            </a:extLst>
          </p:cNvPr>
          <p:cNvSpPr txBox="1"/>
          <p:nvPr/>
        </p:nvSpPr>
        <p:spPr>
          <a:xfrm>
            <a:off x="8506" y="211942"/>
            <a:ext cx="150041" cy="123111"/>
          </a:xfrm>
          <a:prstGeom prst="rect">
            <a:avLst/>
          </a:prstGeom>
          <a:noFill/>
        </p:spPr>
        <p:txBody>
          <a:bodyPr wrap="none" lIns="91440" tIns="0" rIns="0" bIns="0" rtlCol="0">
            <a:spAutoFit/>
          </a:bodyPr>
          <a:lstStyle/>
          <a:p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6E98F94B-11A4-A020-B81C-24743F1CD765}"/>
              </a:ext>
            </a:extLst>
          </p:cNvPr>
          <p:cNvSpPr txBox="1"/>
          <p:nvPr/>
        </p:nvSpPr>
        <p:spPr>
          <a:xfrm>
            <a:off x="1195389" y="211942"/>
            <a:ext cx="154851" cy="123111"/>
          </a:xfrm>
          <a:prstGeom prst="rect">
            <a:avLst/>
          </a:prstGeom>
          <a:noFill/>
        </p:spPr>
        <p:txBody>
          <a:bodyPr wrap="none" lIns="91440" tIns="0" rIns="0" bIns="0" rtlCol="0">
            <a:spAutoFit/>
          </a:bodyPr>
          <a:lstStyle/>
          <a:p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E574775-B177-CB50-5E4B-1C6138724A10}"/>
              </a:ext>
            </a:extLst>
          </p:cNvPr>
          <p:cNvSpPr txBox="1"/>
          <p:nvPr/>
        </p:nvSpPr>
        <p:spPr>
          <a:xfrm>
            <a:off x="2374344" y="211942"/>
            <a:ext cx="150041" cy="123111"/>
          </a:xfrm>
          <a:prstGeom prst="rect">
            <a:avLst/>
          </a:prstGeom>
          <a:noFill/>
        </p:spPr>
        <p:txBody>
          <a:bodyPr wrap="none" lIns="91440" tIns="0" rIns="0" bIns="0" rtlCol="0">
            <a:spAutoFit/>
          </a:bodyPr>
          <a:lstStyle/>
          <a:p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279698F-3AFC-86E0-061C-B05AE4B49C51}"/>
              </a:ext>
            </a:extLst>
          </p:cNvPr>
          <p:cNvSpPr txBox="1"/>
          <p:nvPr/>
        </p:nvSpPr>
        <p:spPr>
          <a:xfrm>
            <a:off x="3547353" y="211942"/>
            <a:ext cx="154851" cy="123111"/>
          </a:xfrm>
          <a:prstGeom prst="rect">
            <a:avLst/>
          </a:prstGeom>
          <a:noFill/>
        </p:spPr>
        <p:txBody>
          <a:bodyPr wrap="none" lIns="91440" tIns="0" rIns="0" bIns="0" rtlCol="0">
            <a:spAutoFit/>
          </a:bodyPr>
          <a:lstStyle/>
          <a:p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E9A2105-D766-B806-B499-D37FBC51DE4E}"/>
              </a:ext>
            </a:extLst>
          </p:cNvPr>
          <p:cNvSpPr txBox="1"/>
          <p:nvPr/>
        </p:nvSpPr>
        <p:spPr>
          <a:xfrm>
            <a:off x="4753996" y="211942"/>
            <a:ext cx="150041" cy="123111"/>
          </a:xfrm>
          <a:prstGeom prst="rect">
            <a:avLst/>
          </a:prstGeom>
          <a:noFill/>
        </p:spPr>
        <p:txBody>
          <a:bodyPr wrap="none" lIns="91440" tIns="0" rIns="0" bIns="0" rtlCol="0">
            <a:spAutoFit/>
          </a:bodyPr>
          <a:lstStyle/>
          <a:p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1EE2674-AFC6-C0C1-FD1C-090AD25E9895}"/>
              </a:ext>
            </a:extLst>
          </p:cNvPr>
          <p:cNvSpPr txBox="1"/>
          <p:nvPr/>
        </p:nvSpPr>
        <p:spPr>
          <a:xfrm>
            <a:off x="8506" y="1544154"/>
            <a:ext cx="125997" cy="123111"/>
          </a:xfrm>
          <a:prstGeom prst="rect">
            <a:avLst/>
          </a:prstGeom>
          <a:noFill/>
        </p:spPr>
        <p:txBody>
          <a:bodyPr wrap="none" lIns="91440" tIns="0" rIns="0" bIns="0" rtlCol="0">
            <a:spAutoFit/>
          </a:bodyPr>
          <a:lstStyle/>
          <a:p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3C49A301-D966-6EF3-A37C-053717A48311}"/>
              </a:ext>
            </a:extLst>
          </p:cNvPr>
          <p:cNvSpPr txBox="1"/>
          <p:nvPr/>
        </p:nvSpPr>
        <p:spPr>
          <a:xfrm>
            <a:off x="1195389" y="1544154"/>
            <a:ext cx="154851" cy="123111"/>
          </a:xfrm>
          <a:prstGeom prst="rect">
            <a:avLst/>
          </a:prstGeom>
          <a:noFill/>
        </p:spPr>
        <p:txBody>
          <a:bodyPr wrap="none" lIns="91440" tIns="0" rIns="0" bIns="0" rtlCol="0">
            <a:spAutoFit/>
          </a:bodyPr>
          <a:lstStyle/>
          <a:p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D95C257-D14A-BF9E-B45E-DBCA77CA5069}"/>
              </a:ext>
            </a:extLst>
          </p:cNvPr>
          <p:cNvSpPr txBox="1"/>
          <p:nvPr/>
        </p:nvSpPr>
        <p:spPr>
          <a:xfrm>
            <a:off x="2374344" y="1544154"/>
            <a:ext cx="125997" cy="123111"/>
          </a:xfrm>
          <a:prstGeom prst="rect">
            <a:avLst/>
          </a:prstGeom>
          <a:noFill/>
        </p:spPr>
        <p:txBody>
          <a:bodyPr wrap="square" lIns="91440" tIns="0" rIns="0" bIns="0" rtlCol="0">
            <a:spAutoFit/>
          </a:bodyPr>
          <a:lstStyle/>
          <a:p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425E9095-BDEC-06D2-6404-AEE4A29856DA}"/>
              </a:ext>
            </a:extLst>
          </p:cNvPr>
          <p:cNvSpPr txBox="1"/>
          <p:nvPr/>
        </p:nvSpPr>
        <p:spPr>
          <a:xfrm>
            <a:off x="3547353" y="1544154"/>
            <a:ext cx="125997" cy="123111"/>
          </a:xfrm>
          <a:prstGeom prst="rect">
            <a:avLst/>
          </a:prstGeom>
          <a:noFill/>
        </p:spPr>
        <p:txBody>
          <a:bodyPr wrap="square" lIns="91440" tIns="0" rIns="0" bIns="0" rtlCol="0">
            <a:spAutoFit/>
          </a:bodyPr>
          <a:lstStyle/>
          <a:p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C92BB8AF-ED41-B397-C36A-7703B32492C7}"/>
              </a:ext>
            </a:extLst>
          </p:cNvPr>
          <p:cNvSpPr txBox="1"/>
          <p:nvPr/>
        </p:nvSpPr>
        <p:spPr>
          <a:xfrm>
            <a:off x="4753996" y="1544154"/>
            <a:ext cx="125997" cy="123111"/>
          </a:xfrm>
          <a:prstGeom prst="rect">
            <a:avLst/>
          </a:prstGeom>
          <a:noFill/>
        </p:spPr>
        <p:txBody>
          <a:bodyPr wrap="square" lIns="91440" tIns="0" rIns="0" bIns="0" rtlCol="0">
            <a:spAutoFit/>
          </a:bodyPr>
          <a:lstStyle/>
          <a:p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A531CD40-FBCC-9963-22AB-5C753FF0A538}"/>
              </a:ext>
            </a:extLst>
          </p:cNvPr>
          <p:cNvSpPr txBox="1"/>
          <p:nvPr/>
        </p:nvSpPr>
        <p:spPr>
          <a:xfrm>
            <a:off x="8506" y="2876367"/>
            <a:ext cx="150041" cy="123111"/>
          </a:xfrm>
          <a:prstGeom prst="rect">
            <a:avLst/>
          </a:prstGeom>
          <a:noFill/>
        </p:spPr>
        <p:txBody>
          <a:bodyPr wrap="none" lIns="91440" tIns="0" rIns="0" bIns="0" rtlCol="0">
            <a:spAutoFit/>
          </a:bodyPr>
          <a:lstStyle/>
          <a:p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C4CE8E93-AA25-C1CD-EEF0-C37D67A8E18F}"/>
              </a:ext>
            </a:extLst>
          </p:cNvPr>
          <p:cNvSpPr txBox="1"/>
          <p:nvPr/>
        </p:nvSpPr>
        <p:spPr>
          <a:xfrm>
            <a:off x="1195389" y="2876367"/>
            <a:ext cx="121187" cy="123111"/>
          </a:xfrm>
          <a:prstGeom prst="rect">
            <a:avLst/>
          </a:prstGeom>
          <a:noFill/>
        </p:spPr>
        <p:txBody>
          <a:bodyPr wrap="none" lIns="91440" tIns="0" rIns="0" bIns="0" rtlCol="0">
            <a:spAutoFit/>
          </a:bodyPr>
          <a:lstStyle/>
          <a:p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F37FCD65-E1E5-F41D-1BBB-DFB84EE2B34D}"/>
              </a:ext>
            </a:extLst>
          </p:cNvPr>
          <p:cNvSpPr txBox="1"/>
          <p:nvPr/>
        </p:nvSpPr>
        <p:spPr>
          <a:xfrm>
            <a:off x="2374344" y="2876367"/>
            <a:ext cx="125997" cy="123111"/>
          </a:xfrm>
          <a:prstGeom prst="rect">
            <a:avLst/>
          </a:prstGeom>
          <a:noFill/>
        </p:spPr>
        <p:txBody>
          <a:bodyPr wrap="square" lIns="91440" tIns="0" rIns="0" bIns="0" rtlCol="0">
            <a:spAutoFit/>
          </a:bodyPr>
          <a:lstStyle/>
          <a:p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D973B112-99F4-F6D9-0323-63C1B27D2BE5}"/>
              </a:ext>
            </a:extLst>
          </p:cNvPr>
          <p:cNvSpPr txBox="1"/>
          <p:nvPr/>
        </p:nvSpPr>
        <p:spPr>
          <a:xfrm>
            <a:off x="3547353" y="2876367"/>
            <a:ext cx="125997" cy="123111"/>
          </a:xfrm>
          <a:prstGeom prst="rect">
            <a:avLst/>
          </a:prstGeom>
          <a:noFill/>
        </p:spPr>
        <p:txBody>
          <a:bodyPr wrap="square" lIns="91440" tIns="0" rIns="0" bIns="0" rtlCol="0">
            <a:spAutoFit/>
          </a:bodyPr>
          <a:lstStyle/>
          <a:p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A9D87421-6744-086C-E6F0-184E3D62C15B}"/>
              </a:ext>
            </a:extLst>
          </p:cNvPr>
          <p:cNvSpPr txBox="1"/>
          <p:nvPr/>
        </p:nvSpPr>
        <p:spPr>
          <a:xfrm>
            <a:off x="4753996" y="2876367"/>
            <a:ext cx="125997" cy="123111"/>
          </a:xfrm>
          <a:prstGeom prst="rect">
            <a:avLst/>
          </a:prstGeom>
          <a:noFill/>
        </p:spPr>
        <p:txBody>
          <a:bodyPr wrap="square" lIns="91440" tIns="0" rIns="0" bIns="0" rtlCol="0">
            <a:spAutoFit/>
          </a:bodyPr>
          <a:lstStyle/>
          <a:p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4E3EC085-DA0E-8AEF-9B95-83DBF243ADAA}"/>
              </a:ext>
            </a:extLst>
          </p:cNvPr>
          <p:cNvSpPr txBox="1"/>
          <p:nvPr/>
        </p:nvSpPr>
        <p:spPr>
          <a:xfrm>
            <a:off x="5055680" y="4268869"/>
            <a:ext cx="887921" cy="9233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Disease Coinfection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B036A7-F611-56C4-556F-6F8765EF3DD7}"/>
              </a:ext>
            </a:extLst>
          </p:cNvPr>
          <p:cNvSpPr txBox="1"/>
          <p:nvPr/>
        </p:nvSpPr>
        <p:spPr>
          <a:xfrm>
            <a:off x="-21433" y="-27924"/>
            <a:ext cx="6527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Figure 2</a:t>
            </a:r>
          </a:p>
        </p:txBody>
      </p:sp>
    </p:spTree>
    <p:extLst>
      <p:ext uri="{BB962C8B-B14F-4D97-AF65-F5344CB8AC3E}">
        <p14:creationId xmlns:p14="http://schemas.microsoft.com/office/powerpoint/2010/main" val="1634713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5591</TotalTime>
  <Words>88</Words>
  <Application>Microsoft Macintosh PowerPoint</Application>
  <PresentationFormat>Custom</PresentationFormat>
  <Paragraphs>39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Scott, Carly Brielle</dc:creator>
  <cp:lastModifiedBy>Scott, Carly Brielle</cp:lastModifiedBy>
  <cp:revision>22</cp:revision>
  <dcterms:created xsi:type="dcterms:W3CDTF">2026-08-13T17:59:05Z</dcterms:created>
  <dcterms:modified xsi:type="dcterms:W3CDTF">2026-09-03T21:47:42Z</dcterms:modified>
</cp:coreProperties>
</file>